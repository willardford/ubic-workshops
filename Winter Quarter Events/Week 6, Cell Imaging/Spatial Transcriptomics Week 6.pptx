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Lora"/>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AAD51B4-A000-43D6-BEC8-3678C22877E7}">
  <a:tblStyle styleId="{8AAD51B4-A000-43D6-BEC8-3678C22877E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ora-bold.fntdata"/><Relationship Id="rId16" Type="http://schemas.openxmlformats.org/officeDocument/2006/relationships/font" Target="fonts/Lora-regular.fntdata"/><Relationship Id="rId5" Type="http://schemas.openxmlformats.org/officeDocument/2006/relationships/notesMaster" Target="notesMasters/notesMaster1.xml"/><Relationship Id="rId19" Type="http://schemas.openxmlformats.org/officeDocument/2006/relationships/font" Target="fonts/Lora-boldItalic.fntdata"/><Relationship Id="rId6" Type="http://schemas.openxmlformats.org/officeDocument/2006/relationships/slide" Target="slides/slide1.xml"/><Relationship Id="rId18" Type="http://schemas.openxmlformats.org/officeDocument/2006/relationships/font" Target="fonts/Lora-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79a82cdb85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79a82cdb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2fbb47b269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2fbb47b2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Can provide data for many genes in a tissue sections</a:t>
            </a:r>
            <a:endParaRPr sz="1500">
              <a:solidFill>
                <a:schemeClr val="dk1"/>
              </a:solidFill>
              <a:latin typeface="Lora"/>
              <a:ea typeface="Lora"/>
              <a:cs typeface="Lora"/>
              <a:sym typeface="Lora"/>
            </a:endParaRPr>
          </a:p>
          <a:p>
            <a:pPr indent="-323850" lvl="0" marL="4572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Unlike traditional RNA sequencing, it preserves spatial context, showing not just which genes are active but where they are expressed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33699fd78c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33699fd78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2fbb47b269_0_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2fbb47b26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Fluorescent Labeled Probes - Bind to RNA targets within the cell, doesn’t disturb cell architecture</a:t>
            </a:r>
            <a:endParaRPr/>
          </a:p>
          <a:p>
            <a:pPr indent="0" lvl="0" marL="0" rtl="0" algn="l">
              <a:spcBef>
                <a:spcPts val="0"/>
              </a:spcBef>
              <a:spcAft>
                <a:spcPts val="0"/>
              </a:spcAft>
              <a:buNone/>
            </a:pPr>
            <a:r>
              <a:rPr lang="en"/>
              <a:t>Barcoded probes are used to recognize specific RNA sequences</a:t>
            </a:r>
            <a:endParaRPr/>
          </a:p>
          <a:p>
            <a:pPr indent="0" lvl="0" marL="0" rtl="0" algn="l">
              <a:spcBef>
                <a:spcPts val="0"/>
              </a:spcBef>
              <a:spcAft>
                <a:spcPts val="0"/>
              </a:spcAft>
              <a:buNone/>
            </a:pPr>
            <a:r>
              <a:rPr lang="en"/>
              <a:t>Analyzing barcode sequences → final map of the initial location of each RNA molecule</a:t>
            </a:r>
            <a:endParaRPr/>
          </a:p>
          <a:p>
            <a:pPr indent="0" lvl="0" marL="0" rtl="0" algn="l">
              <a:spcBef>
                <a:spcPts val="0"/>
              </a:spcBef>
              <a:spcAft>
                <a:spcPts val="0"/>
              </a:spcAft>
              <a:buNone/>
            </a:pPr>
            <a:r>
              <a:rPr lang="en"/>
              <a:t>What does this show us? Demonstrates cellular interactions and tissue/cell organization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33699fd78c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33699fd7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Lora"/>
              <a:buChar char="●"/>
            </a:pPr>
            <a:r>
              <a:rPr b="1" lang="en" sz="1500">
                <a:solidFill>
                  <a:schemeClr val="dk1"/>
                </a:solidFill>
                <a:latin typeface="Lora"/>
                <a:ea typeface="Lora"/>
                <a:cs typeface="Lora"/>
                <a:sym typeface="Lora"/>
              </a:rPr>
              <a:t>Cell-to-Cell Interaction Analysis</a:t>
            </a:r>
            <a:endParaRPr b="1"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If we see genes expressed in two different cells next to each other regularly then those genes might be involved in cell signaling.</a:t>
            </a:r>
            <a:endParaRPr sz="1500">
              <a:solidFill>
                <a:schemeClr val="dk1"/>
              </a:solidFill>
              <a:latin typeface="Lora"/>
              <a:ea typeface="Lora"/>
              <a:cs typeface="Lora"/>
              <a:sym typeface="Lora"/>
            </a:endParaRPr>
          </a:p>
          <a:p>
            <a:pPr indent="-323850" lvl="0" marL="457200" rtl="0" algn="l">
              <a:spcBef>
                <a:spcPts val="0"/>
              </a:spcBef>
              <a:spcAft>
                <a:spcPts val="0"/>
              </a:spcAft>
              <a:buClr>
                <a:schemeClr val="dk1"/>
              </a:buClr>
              <a:buSzPts val="1500"/>
              <a:buFont typeface="Lora"/>
              <a:buChar char="●"/>
            </a:pPr>
            <a:r>
              <a:rPr b="1" lang="en" sz="1500">
                <a:solidFill>
                  <a:schemeClr val="dk1"/>
                </a:solidFill>
                <a:latin typeface="Lora"/>
                <a:ea typeface="Lora"/>
                <a:cs typeface="Lora"/>
                <a:sym typeface="Lora"/>
              </a:rPr>
              <a:t>Co-localization</a:t>
            </a:r>
            <a:endParaRPr b="1"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Proteins and gene expressions appearing together suggest functional relationships</a:t>
            </a:r>
            <a:endParaRPr sz="1500">
              <a:solidFill>
                <a:schemeClr val="dk1"/>
              </a:solidFill>
              <a:latin typeface="Lora"/>
              <a:ea typeface="Lora"/>
              <a:cs typeface="Lora"/>
              <a:sym typeface="Lora"/>
            </a:endParaRPr>
          </a:p>
          <a:p>
            <a:pPr indent="-323850" lvl="0" marL="457200" rtl="0" algn="l">
              <a:spcBef>
                <a:spcPts val="0"/>
              </a:spcBef>
              <a:spcAft>
                <a:spcPts val="0"/>
              </a:spcAft>
              <a:buClr>
                <a:schemeClr val="dk1"/>
              </a:buClr>
              <a:buSzPts val="1500"/>
              <a:buFont typeface="Lora"/>
              <a:buChar char="●"/>
            </a:pPr>
            <a:r>
              <a:rPr b="1" lang="en" sz="1500">
                <a:solidFill>
                  <a:schemeClr val="dk1"/>
                </a:solidFill>
                <a:latin typeface="Lora"/>
                <a:ea typeface="Lora"/>
                <a:cs typeface="Lora"/>
                <a:sym typeface="Lora"/>
              </a:rPr>
              <a:t>Mis-localization</a:t>
            </a:r>
            <a:endParaRPr b="1"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Transcripts appearing in the wrong location may signal disease</a:t>
            </a:r>
            <a:endParaRPr sz="1500">
              <a:solidFill>
                <a:schemeClr val="dk1"/>
              </a:solidFill>
              <a:latin typeface="Lora"/>
              <a:ea typeface="Lora"/>
              <a:cs typeface="Lora"/>
              <a:sym typeface="Lora"/>
            </a:endParaRPr>
          </a:p>
          <a:p>
            <a:pPr indent="-323850" lvl="0" marL="457200" rtl="0" algn="l">
              <a:spcBef>
                <a:spcPts val="0"/>
              </a:spcBef>
              <a:spcAft>
                <a:spcPts val="0"/>
              </a:spcAft>
              <a:buClr>
                <a:schemeClr val="dk1"/>
              </a:buClr>
              <a:buSzPts val="1500"/>
              <a:buFont typeface="Lora"/>
              <a:buChar char="●"/>
            </a:pPr>
            <a:r>
              <a:rPr b="1" lang="en" sz="1500">
                <a:solidFill>
                  <a:schemeClr val="dk1"/>
                </a:solidFill>
                <a:latin typeface="Lora"/>
                <a:ea typeface="Lora"/>
                <a:cs typeface="Lora"/>
                <a:sym typeface="Lora"/>
              </a:rPr>
              <a:t>Tissue Mapping</a:t>
            </a:r>
            <a:endParaRPr b="1"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Identifying gene expression in specific tissue areas helps target cell types for therapies</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2fbb47b269_0_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2fbb47b26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2fbb47b269_0_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2fbb47b26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2fbb47b269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2fbb47b26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34a9cb04e0_0_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34a9cb04e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2fbb47b269_0_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2fbb47b26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solidFill>
                  <a:schemeClr val="dk1"/>
                </a:solidFill>
              </a:rPr>
              <a:t>Bogdan Bintu Lab</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This lab at UCSD uses advanced imaging and synthetic biology to explore how chromatin structure influences gene expression at the single-cell level.</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rPr>
              <a:t>Pallav Kosuri Lab (Salk Institute)</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The Kosuri lab at Salk focuses on developing nanoscale devices to track molecular motion in transcription, helping to uncover spatial organization principles in gene regulation. Specifically, they have developed BellaVista, an open-source python package.</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rPr>
              <a:t>Center for Epigenomics (Quan Zhu Lab)</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Dr. Quan Zhu’s group at UCSD specializes in profiling gene expression and chromatin states in intact tissues, leveraging spatial transcriptomics to study epigenomic regulation.</a:t>
            </a:r>
            <a:endParaRPr sz="1300">
              <a:solidFill>
                <a:schemeClr val="dk1"/>
              </a:solidFill>
            </a:endParaRPr>
          </a:p>
          <a:p>
            <a:pPr indent="0" lvl="0" marL="0" rtl="0" algn="l">
              <a:spcBef>
                <a:spcPts val="1200"/>
              </a:spcBef>
              <a:spcAft>
                <a:spcPts val="0"/>
              </a:spcAft>
              <a:buNone/>
            </a:pPr>
            <a:r>
              <a:rPr b="1" lang="en" sz="1300">
                <a:solidFill>
                  <a:schemeClr val="dk1"/>
                </a:solidFill>
              </a:rPr>
              <a:t>All these labs focus on the development of tools used in spatial transcriptomics.</a:t>
            </a:r>
            <a:endParaRPr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8" name="Shape 8"/>
        <p:cNvGrpSpPr/>
        <p:nvPr/>
      </p:nvGrpSpPr>
      <p:grpSpPr>
        <a:xfrm>
          <a:off x="0" y="0"/>
          <a:ext cx="0" cy="0"/>
          <a:chOff x="0" y="0"/>
          <a:chExt cx="0" cy="0"/>
        </a:xfrm>
      </p:grpSpPr>
      <p:sp>
        <p:nvSpPr>
          <p:cNvPr id="9" name="Google Shape;9;p2"/>
          <p:cNvSpPr/>
          <p:nvPr/>
        </p:nvSpPr>
        <p:spPr>
          <a:xfrm>
            <a:off x="-26725" y="3532375"/>
            <a:ext cx="9210650" cy="1302680"/>
          </a:xfrm>
          <a:custGeom>
            <a:rect b="b" l="l" r="r" t="t"/>
            <a:pathLst>
              <a:path extrusionOk="0" h="126905" w="368426">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10" name="Google Shape;10;p2"/>
          <p:cNvSpPr/>
          <p:nvPr/>
        </p:nvSpPr>
        <p:spPr>
          <a:xfrm>
            <a:off x="-26725" y="3663700"/>
            <a:ext cx="9210650" cy="1529774"/>
          </a:xfrm>
          <a:custGeom>
            <a:rect b="b" l="l" r="r" t="t"/>
            <a:pathLst>
              <a:path extrusionOk="0" h="121652" w="368426">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11" name="Google Shape;11;p2"/>
          <p:cNvSpPr/>
          <p:nvPr/>
        </p:nvSpPr>
        <p:spPr>
          <a:xfrm rot="8100000">
            <a:off x="1875856" y="3381094"/>
            <a:ext cx="122612" cy="122612"/>
          </a:xfrm>
          <a:prstGeom prst="teardrop">
            <a:avLst>
              <a:gd fmla="val 100000" name="adj"/>
            </a:avLst>
          </a:pr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8100000">
            <a:off x="6047081" y="3578244"/>
            <a:ext cx="122612" cy="122612"/>
          </a:xfrm>
          <a:prstGeom prst="teardrop">
            <a:avLst>
              <a:gd fmla="val 100000"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 name="Google Shape;13;p2"/>
          <p:cNvGrpSpPr/>
          <p:nvPr/>
        </p:nvGrpSpPr>
        <p:grpSpPr>
          <a:xfrm>
            <a:off x="-5312" y="3629038"/>
            <a:ext cx="9167825" cy="595300"/>
            <a:chOff x="-9525" y="4462475"/>
            <a:chExt cx="9167825" cy="595300"/>
          </a:xfrm>
        </p:grpSpPr>
        <p:sp>
          <p:nvSpPr>
            <p:cNvPr id="14" name="Google Shape;14;p2"/>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15" name="Google Shape;15;p2"/>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16" name="Google Shape;16;p2"/>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17" name="Google Shape;17;p2"/>
          <p:cNvGrpSpPr/>
          <p:nvPr/>
        </p:nvGrpSpPr>
        <p:grpSpPr>
          <a:xfrm>
            <a:off x="-42787" y="3605288"/>
            <a:ext cx="9229575" cy="642787"/>
            <a:chOff x="-42837" y="4443488"/>
            <a:chExt cx="9229575" cy="642787"/>
          </a:xfrm>
        </p:grpSpPr>
        <p:sp>
          <p:nvSpPr>
            <p:cNvPr id="18" name="Google Shape;18;p2"/>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2"/>
          <p:cNvSpPr/>
          <p:nvPr/>
        </p:nvSpPr>
        <p:spPr>
          <a:xfrm>
            <a:off x="2990700" y="37480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1085700" y="40337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4895700" y="36778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rot="8100000">
            <a:off x="8699949" y="3490969"/>
            <a:ext cx="122612" cy="122612"/>
          </a:xfrm>
          <a:prstGeom prst="teardrop">
            <a:avLst>
              <a:gd fmla="val 100000"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txBox="1"/>
          <p:nvPr>
            <p:ph type="ctrTitle"/>
          </p:nvPr>
        </p:nvSpPr>
        <p:spPr>
          <a:xfrm>
            <a:off x="356000" y="4077875"/>
            <a:ext cx="8658600" cy="1159800"/>
          </a:xfrm>
          <a:prstGeom prst="rect">
            <a:avLst/>
          </a:prstGeom>
        </p:spPr>
        <p:txBody>
          <a:bodyPr anchorCtr="0" anchor="ctr" bIns="91425" lIns="91425" spcFirstLastPara="1" rIns="91425" wrap="square" tIns="91425">
            <a:noAutofit/>
          </a:bodyPr>
          <a:lstStyle>
            <a:lvl1pPr lvl="0" algn="r">
              <a:spcBef>
                <a:spcPts val="0"/>
              </a:spcBef>
              <a:spcAft>
                <a:spcPts val="0"/>
              </a:spcAft>
              <a:buClr>
                <a:srgbClr val="FFFFFF"/>
              </a:buClr>
              <a:buSzPts val="2800"/>
              <a:buFont typeface="Lora"/>
              <a:buNone/>
              <a:defRPr sz="2800">
                <a:solidFill>
                  <a:srgbClr val="FFFFFF"/>
                </a:solidFill>
                <a:latin typeface="Lora"/>
                <a:ea typeface="Lora"/>
                <a:cs typeface="Lora"/>
                <a:sym typeface="Lora"/>
              </a:defRPr>
            </a:lvl1pPr>
            <a:lvl2pPr lvl="1" algn="r">
              <a:spcBef>
                <a:spcPts val="0"/>
              </a:spcBef>
              <a:spcAft>
                <a:spcPts val="0"/>
              </a:spcAft>
              <a:buClr>
                <a:srgbClr val="FFFFFF"/>
              </a:buClr>
              <a:buSzPts val="4800"/>
              <a:buNone/>
              <a:defRPr sz="4800">
                <a:solidFill>
                  <a:srgbClr val="FFFFFF"/>
                </a:solidFill>
              </a:defRPr>
            </a:lvl2pPr>
            <a:lvl3pPr lvl="2" algn="r">
              <a:spcBef>
                <a:spcPts val="0"/>
              </a:spcBef>
              <a:spcAft>
                <a:spcPts val="0"/>
              </a:spcAft>
              <a:buClr>
                <a:srgbClr val="FFFFFF"/>
              </a:buClr>
              <a:buSzPts val="4800"/>
              <a:buNone/>
              <a:defRPr sz="4800">
                <a:solidFill>
                  <a:srgbClr val="FFFFFF"/>
                </a:solidFill>
              </a:defRPr>
            </a:lvl3pPr>
            <a:lvl4pPr lvl="3" algn="r">
              <a:spcBef>
                <a:spcPts val="0"/>
              </a:spcBef>
              <a:spcAft>
                <a:spcPts val="0"/>
              </a:spcAft>
              <a:buClr>
                <a:srgbClr val="FFFFFF"/>
              </a:buClr>
              <a:buSzPts val="4800"/>
              <a:buNone/>
              <a:defRPr sz="4800">
                <a:solidFill>
                  <a:srgbClr val="FFFFFF"/>
                </a:solidFill>
              </a:defRPr>
            </a:lvl4pPr>
            <a:lvl5pPr lvl="4" algn="r">
              <a:spcBef>
                <a:spcPts val="0"/>
              </a:spcBef>
              <a:spcAft>
                <a:spcPts val="0"/>
              </a:spcAft>
              <a:buClr>
                <a:srgbClr val="FFFFFF"/>
              </a:buClr>
              <a:buSzPts val="4800"/>
              <a:buNone/>
              <a:defRPr sz="4800">
                <a:solidFill>
                  <a:srgbClr val="FFFFFF"/>
                </a:solidFill>
              </a:defRPr>
            </a:lvl5pPr>
            <a:lvl6pPr lvl="5" algn="r">
              <a:spcBef>
                <a:spcPts val="0"/>
              </a:spcBef>
              <a:spcAft>
                <a:spcPts val="0"/>
              </a:spcAft>
              <a:buClr>
                <a:srgbClr val="FFFFFF"/>
              </a:buClr>
              <a:buSzPts val="4800"/>
              <a:buNone/>
              <a:defRPr sz="4800">
                <a:solidFill>
                  <a:srgbClr val="FFFFFF"/>
                </a:solidFill>
              </a:defRPr>
            </a:lvl6pPr>
            <a:lvl7pPr lvl="6" algn="r">
              <a:spcBef>
                <a:spcPts val="0"/>
              </a:spcBef>
              <a:spcAft>
                <a:spcPts val="0"/>
              </a:spcAft>
              <a:buClr>
                <a:srgbClr val="FFFFFF"/>
              </a:buClr>
              <a:buSzPts val="4800"/>
              <a:buNone/>
              <a:defRPr sz="4800">
                <a:solidFill>
                  <a:srgbClr val="FFFFFF"/>
                </a:solidFill>
              </a:defRPr>
            </a:lvl7pPr>
            <a:lvl8pPr lvl="7" algn="r">
              <a:spcBef>
                <a:spcPts val="0"/>
              </a:spcBef>
              <a:spcAft>
                <a:spcPts val="0"/>
              </a:spcAft>
              <a:buClr>
                <a:srgbClr val="FFFFFF"/>
              </a:buClr>
              <a:buSzPts val="4800"/>
              <a:buNone/>
              <a:defRPr sz="4800">
                <a:solidFill>
                  <a:srgbClr val="FFFFFF"/>
                </a:solidFill>
              </a:defRPr>
            </a:lvl8pPr>
            <a:lvl9pPr lvl="8" algn="r">
              <a:spcBef>
                <a:spcPts val="0"/>
              </a:spcBef>
              <a:spcAft>
                <a:spcPts val="0"/>
              </a:spcAft>
              <a:buClr>
                <a:srgbClr val="FFFFFF"/>
              </a:buClr>
              <a:buSzPts val="4800"/>
              <a:buNone/>
              <a:defRPr sz="4800">
                <a:solidFill>
                  <a:srgbClr val="FFFFFF"/>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48" name="Shape 48"/>
        <p:cNvGrpSpPr/>
        <p:nvPr/>
      </p:nvGrpSpPr>
      <p:grpSpPr>
        <a:xfrm>
          <a:off x="0" y="0"/>
          <a:ext cx="0" cy="0"/>
          <a:chOff x="0" y="0"/>
          <a:chExt cx="0" cy="0"/>
        </a:xfrm>
      </p:grpSpPr>
      <p:sp>
        <p:nvSpPr>
          <p:cNvPr id="49" name="Google Shape;49;p3"/>
          <p:cNvSpPr/>
          <p:nvPr/>
        </p:nvSpPr>
        <p:spPr>
          <a:xfrm>
            <a:off x="-26775" y="2008375"/>
            <a:ext cx="9210650" cy="3172625"/>
          </a:xfrm>
          <a:custGeom>
            <a:rect b="b" l="l" r="r" t="t"/>
            <a:pathLst>
              <a:path extrusionOk="0" h="126905" w="368426">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50" name="Google Shape;50;p3"/>
          <p:cNvSpPr/>
          <p:nvPr/>
        </p:nvSpPr>
        <p:spPr>
          <a:xfrm>
            <a:off x="-26775" y="2139700"/>
            <a:ext cx="9210650" cy="3041300"/>
          </a:xfrm>
          <a:custGeom>
            <a:rect b="b" l="l" r="r" t="t"/>
            <a:pathLst>
              <a:path extrusionOk="0" h="121652" w="368426">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51" name="Google Shape;51;p3"/>
          <p:cNvSpPr/>
          <p:nvPr/>
        </p:nvSpPr>
        <p:spPr>
          <a:xfrm rot="8100000">
            <a:off x="1847981" y="1814569"/>
            <a:ext cx="122612" cy="122612"/>
          </a:xfrm>
          <a:prstGeom prst="teardrop">
            <a:avLst>
              <a:gd fmla="val 100000" name="adj"/>
            </a:avLst>
          </a:prstGeom>
          <a:solidFill>
            <a:srgbClr val="AFF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rot="8100000">
            <a:off x="6038981" y="2098419"/>
            <a:ext cx="122612" cy="122612"/>
          </a:xfrm>
          <a:prstGeom prst="teardrop">
            <a:avLst>
              <a:gd fmla="val 100000" name="adj"/>
            </a:avLst>
          </a:prstGeom>
          <a:noFill/>
          <a:ln cap="flat" cmpd="sng" w="28575">
            <a:solidFill>
              <a:srgbClr val="00CE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8100000">
            <a:off x="7181981" y="21317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 name="Google Shape;54;p3"/>
          <p:cNvGrpSpPr/>
          <p:nvPr/>
        </p:nvGrpSpPr>
        <p:grpSpPr>
          <a:xfrm>
            <a:off x="-9525" y="2024075"/>
            <a:ext cx="9167825" cy="595300"/>
            <a:chOff x="-9525" y="4462475"/>
            <a:chExt cx="9167825" cy="595300"/>
          </a:xfrm>
        </p:grpSpPr>
        <p:sp>
          <p:nvSpPr>
            <p:cNvPr id="55" name="Google Shape;55;p3"/>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56" name="Google Shape;56;p3"/>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57" name="Google Shape;57;p3"/>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58" name="Google Shape;58;p3"/>
          <p:cNvGrpSpPr/>
          <p:nvPr/>
        </p:nvGrpSpPr>
        <p:grpSpPr>
          <a:xfrm>
            <a:off x="-42837" y="2005088"/>
            <a:ext cx="9229575" cy="642787"/>
            <a:chOff x="-42837" y="4443488"/>
            <a:chExt cx="9229575" cy="642787"/>
          </a:xfrm>
        </p:grpSpPr>
        <p:sp>
          <p:nvSpPr>
            <p:cNvPr id="59" name="Google Shape;59;p3"/>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3"/>
          <p:cNvSpPr/>
          <p:nvPr/>
        </p:nvSpPr>
        <p:spPr>
          <a:xfrm>
            <a:off x="2990700" y="21478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1085700" y="24335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4895700" y="20776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rot="8100000">
            <a:off x="8699949" y="1890769"/>
            <a:ext cx="122612" cy="122612"/>
          </a:xfrm>
          <a:prstGeom prst="teardrop">
            <a:avLst>
              <a:gd fmla="val 100000" name="adj"/>
            </a:avLst>
          </a:prstGeom>
          <a:noFill/>
          <a:ln cap="flat" cmpd="sng" w="28575">
            <a:solidFill>
              <a:srgbClr val="AFF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txBox="1"/>
          <p:nvPr>
            <p:ph type="ctrTitle"/>
          </p:nvPr>
        </p:nvSpPr>
        <p:spPr>
          <a:xfrm>
            <a:off x="2309350" y="3031150"/>
            <a:ext cx="5214600" cy="11598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3600"/>
              <a:buFont typeface="Lora"/>
              <a:buNone/>
              <a:defRPr sz="3600">
                <a:solidFill>
                  <a:srgbClr val="FFFFFF"/>
                </a:solidFill>
                <a:latin typeface="Lora"/>
                <a:ea typeface="Lora"/>
                <a:cs typeface="Lora"/>
                <a:sym typeface="Lora"/>
              </a:defRPr>
            </a:lvl1pPr>
            <a:lvl2pPr lvl="1" rtl="0" algn="r">
              <a:spcBef>
                <a:spcPts val="0"/>
              </a:spcBef>
              <a:spcAft>
                <a:spcPts val="0"/>
              </a:spcAft>
              <a:buClr>
                <a:srgbClr val="FFFFFF"/>
              </a:buClr>
              <a:buSzPts val="3600"/>
              <a:buNone/>
              <a:defRPr sz="3600">
                <a:solidFill>
                  <a:srgbClr val="FFFFFF"/>
                </a:solidFill>
              </a:defRPr>
            </a:lvl2pPr>
            <a:lvl3pPr lvl="2" rtl="0" algn="r">
              <a:spcBef>
                <a:spcPts val="0"/>
              </a:spcBef>
              <a:spcAft>
                <a:spcPts val="0"/>
              </a:spcAft>
              <a:buClr>
                <a:srgbClr val="FFFFFF"/>
              </a:buClr>
              <a:buSzPts val="3600"/>
              <a:buNone/>
              <a:defRPr sz="3600">
                <a:solidFill>
                  <a:srgbClr val="FFFFFF"/>
                </a:solidFill>
              </a:defRPr>
            </a:lvl3pPr>
            <a:lvl4pPr lvl="3" rtl="0" algn="r">
              <a:spcBef>
                <a:spcPts val="0"/>
              </a:spcBef>
              <a:spcAft>
                <a:spcPts val="0"/>
              </a:spcAft>
              <a:buClr>
                <a:srgbClr val="FFFFFF"/>
              </a:buClr>
              <a:buSzPts val="3600"/>
              <a:buNone/>
              <a:defRPr sz="3600">
                <a:solidFill>
                  <a:srgbClr val="FFFFFF"/>
                </a:solidFill>
              </a:defRPr>
            </a:lvl4pPr>
            <a:lvl5pPr lvl="4" rtl="0" algn="r">
              <a:spcBef>
                <a:spcPts val="0"/>
              </a:spcBef>
              <a:spcAft>
                <a:spcPts val="0"/>
              </a:spcAft>
              <a:buClr>
                <a:srgbClr val="FFFFFF"/>
              </a:buClr>
              <a:buSzPts val="3600"/>
              <a:buNone/>
              <a:defRPr sz="3600">
                <a:solidFill>
                  <a:srgbClr val="FFFFFF"/>
                </a:solidFill>
              </a:defRPr>
            </a:lvl5pPr>
            <a:lvl6pPr lvl="5" rtl="0" algn="r">
              <a:spcBef>
                <a:spcPts val="0"/>
              </a:spcBef>
              <a:spcAft>
                <a:spcPts val="0"/>
              </a:spcAft>
              <a:buClr>
                <a:srgbClr val="FFFFFF"/>
              </a:buClr>
              <a:buSzPts val="3600"/>
              <a:buNone/>
              <a:defRPr sz="3600">
                <a:solidFill>
                  <a:srgbClr val="FFFFFF"/>
                </a:solidFill>
              </a:defRPr>
            </a:lvl6pPr>
            <a:lvl7pPr lvl="6" rtl="0" algn="r">
              <a:spcBef>
                <a:spcPts val="0"/>
              </a:spcBef>
              <a:spcAft>
                <a:spcPts val="0"/>
              </a:spcAft>
              <a:buClr>
                <a:srgbClr val="FFFFFF"/>
              </a:buClr>
              <a:buSzPts val="3600"/>
              <a:buNone/>
              <a:defRPr sz="3600">
                <a:solidFill>
                  <a:srgbClr val="FFFFFF"/>
                </a:solidFill>
              </a:defRPr>
            </a:lvl7pPr>
            <a:lvl8pPr lvl="7" rtl="0" algn="r">
              <a:spcBef>
                <a:spcPts val="0"/>
              </a:spcBef>
              <a:spcAft>
                <a:spcPts val="0"/>
              </a:spcAft>
              <a:buClr>
                <a:srgbClr val="FFFFFF"/>
              </a:buClr>
              <a:buSzPts val="3600"/>
              <a:buNone/>
              <a:defRPr sz="3600">
                <a:solidFill>
                  <a:srgbClr val="FFFFFF"/>
                </a:solidFill>
              </a:defRPr>
            </a:lvl8pPr>
            <a:lvl9pPr lvl="8" rtl="0" algn="r">
              <a:spcBef>
                <a:spcPts val="0"/>
              </a:spcBef>
              <a:spcAft>
                <a:spcPts val="0"/>
              </a:spcAft>
              <a:buClr>
                <a:srgbClr val="FFFFFF"/>
              </a:buClr>
              <a:buSzPts val="3600"/>
              <a:buNone/>
              <a:defRPr sz="3600">
                <a:solidFill>
                  <a:srgbClr val="FFFFFF"/>
                </a:solidFill>
              </a:defRPr>
            </a:lvl9pPr>
          </a:lstStyle>
          <a:p/>
        </p:txBody>
      </p:sp>
      <p:sp>
        <p:nvSpPr>
          <p:cNvPr id="89" name="Google Shape;89;p3"/>
          <p:cNvSpPr txBox="1"/>
          <p:nvPr>
            <p:ph idx="1" type="subTitle"/>
          </p:nvPr>
        </p:nvSpPr>
        <p:spPr>
          <a:xfrm>
            <a:off x="2309441" y="4059250"/>
            <a:ext cx="5214600" cy="7848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rgbClr val="FFFFFF"/>
              </a:buClr>
              <a:buSzPts val="1500"/>
              <a:buFont typeface="Lora"/>
              <a:buNone/>
              <a:defRPr>
                <a:solidFill>
                  <a:srgbClr val="FFFFFF"/>
                </a:solidFill>
                <a:latin typeface="Lora"/>
                <a:ea typeface="Lora"/>
                <a:cs typeface="Lora"/>
                <a:sym typeface="Lora"/>
              </a:defRPr>
            </a:lvl1pPr>
            <a:lvl2pPr lvl="1" rtl="0" algn="r">
              <a:spcBef>
                <a:spcPts val="0"/>
              </a:spcBef>
              <a:spcAft>
                <a:spcPts val="0"/>
              </a:spcAft>
              <a:buClr>
                <a:srgbClr val="FFFFFF"/>
              </a:buClr>
              <a:buSzPts val="3000"/>
              <a:buNone/>
              <a:defRPr sz="3000">
                <a:solidFill>
                  <a:srgbClr val="FFFFFF"/>
                </a:solidFill>
              </a:defRPr>
            </a:lvl2pPr>
            <a:lvl3pPr lvl="2" rtl="0" algn="r">
              <a:spcBef>
                <a:spcPts val="0"/>
              </a:spcBef>
              <a:spcAft>
                <a:spcPts val="0"/>
              </a:spcAft>
              <a:buClr>
                <a:srgbClr val="FFFFFF"/>
              </a:buClr>
              <a:buSzPts val="3000"/>
              <a:buNone/>
              <a:defRPr sz="3000">
                <a:solidFill>
                  <a:srgbClr val="FFFFFF"/>
                </a:solidFill>
              </a:defRPr>
            </a:lvl3pPr>
            <a:lvl4pPr lvl="3" rtl="0" algn="r">
              <a:spcBef>
                <a:spcPts val="0"/>
              </a:spcBef>
              <a:spcAft>
                <a:spcPts val="0"/>
              </a:spcAft>
              <a:buClr>
                <a:srgbClr val="FFFFFF"/>
              </a:buClr>
              <a:buSzPts val="3000"/>
              <a:buNone/>
              <a:defRPr sz="3000">
                <a:solidFill>
                  <a:srgbClr val="FFFFFF"/>
                </a:solidFill>
              </a:defRPr>
            </a:lvl4pPr>
            <a:lvl5pPr lvl="4" rtl="0" algn="r">
              <a:spcBef>
                <a:spcPts val="0"/>
              </a:spcBef>
              <a:spcAft>
                <a:spcPts val="0"/>
              </a:spcAft>
              <a:buClr>
                <a:srgbClr val="FFFFFF"/>
              </a:buClr>
              <a:buSzPts val="3000"/>
              <a:buNone/>
              <a:defRPr sz="3000">
                <a:solidFill>
                  <a:srgbClr val="FFFFFF"/>
                </a:solidFill>
              </a:defRPr>
            </a:lvl5pPr>
            <a:lvl6pPr lvl="5" rtl="0" algn="r">
              <a:spcBef>
                <a:spcPts val="0"/>
              </a:spcBef>
              <a:spcAft>
                <a:spcPts val="0"/>
              </a:spcAft>
              <a:buClr>
                <a:srgbClr val="FFFFFF"/>
              </a:buClr>
              <a:buSzPts val="3000"/>
              <a:buNone/>
              <a:defRPr sz="3000">
                <a:solidFill>
                  <a:srgbClr val="FFFFFF"/>
                </a:solidFill>
              </a:defRPr>
            </a:lvl6pPr>
            <a:lvl7pPr lvl="6" rtl="0" algn="r">
              <a:spcBef>
                <a:spcPts val="0"/>
              </a:spcBef>
              <a:spcAft>
                <a:spcPts val="0"/>
              </a:spcAft>
              <a:buClr>
                <a:srgbClr val="FFFFFF"/>
              </a:buClr>
              <a:buSzPts val="3000"/>
              <a:buNone/>
              <a:defRPr sz="3000">
                <a:solidFill>
                  <a:srgbClr val="FFFFFF"/>
                </a:solidFill>
              </a:defRPr>
            </a:lvl7pPr>
            <a:lvl8pPr lvl="7" rtl="0" algn="r">
              <a:spcBef>
                <a:spcPts val="0"/>
              </a:spcBef>
              <a:spcAft>
                <a:spcPts val="0"/>
              </a:spcAft>
              <a:buClr>
                <a:srgbClr val="FFFFFF"/>
              </a:buClr>
              <a:buSzPts val="3000"/>
              <a:buNone/>
              <a:defRPr sz="3000">
                <a:solidFill>
                  <a:srgbClr val="FFFFFF"/>
                </a:solidFill>
              </a:defRPr>
            </a:lvl8pPr>
            <a:lvl9pPr lvl="8" rtl="0" algn="r">
              <a:spcBef>
                <a:spcPts val="0"/>
              </a:spcBef>
              <a:spcAft>
                <a:spcPts val="0"/>
              </a:spcAft>
              <a:buClr>
                <a:srgbClr val="FFFFFF"/>
              </a:buClr>
              <a:buSzPts val="3000"/>
              <a:buNone/>
              <a:defRPr sz="3000">
                <a:solidFill>
                  <a:srgbClr val="FFFFFF"/>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1">
  <p:cSld name="TITLE_1_1">
    <p:spTree>
      <p:nvGrpSpPr>
        <p:cNvPr id="90" name="Shape 90"/>
        <p:cNvGrpSpPr/>
        <p:nvPr/>
      </p:nvGrpSpPr>
      <p:grpSpPr>
        <a:xfrm>
          <a:off x="0" y="0"/>
          <a:ext cx="0" cy="0"/>
          <a:chOff x="0" y="0"/>
          <a:chExt cx="0" cy="0"/>
        </a:xfrm>
      </p:grpSpPr>
      <p:sp>
        <p:nvSpPr>
          <p:cNvPr id="91" name="Google Shape;91;p4"/>
          <p:cNvSpPr/>
          <p:nvPr/>
        </p:nvSpPr>
        <p:spPr>
          <a:xfrm>
            <a:off x="-26775" y="2008375"/>
            <a:ext cx="9210650" cy="3172625"/>
          </a:xfrm>
          <a:custGeom>
            <a:rect b="b" l="l" r="r" t="t"/>
            <a:pathLst>
              <a:path extrusionOk="0" h="126905" w="368426">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92" name="Google Shape;92;p4"/>
          <p:cNvSpPr/>
          <p:nvPr/>
        </p:nvSpPr>
        <p:spPr>
          <a:xfrm>
            <a:off x="-26775" y="2139700"/>
            <a:ext cx="9210650" cy="3041300"/>
          </a:xfrm>
          <a:custGeom>
            <a:rect b="b" l="l" r="r" t="t"/>
            <a:pathLst>
              <a:path extrusionOk="0" h="121652" w="368426">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93" name="Google Shape;93;p4"/>
          <p:cNvSpPr/>
          <p:nvPr/>
        </p:nvSpPr>
        <p:spPr>
          <a:xfrm rot="8100000">
            <a:off x="1847981" y="1814569"/>
            <a:ext cx="122612" cy="122612"/>
          </a:xfrm>
          <a:prstGeom prst="teardrop">
            <a:avLst>
              <a:gd fmla="val 100000" name="adj"/>
            </a:avLst>
          </a:prstGeom>
          <a:solidFill>
            <a:srgbClr val="AFF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rot="8100000">
            <a:off x="6038981" y="2098419"/>
            <a:ext cx="122612" cy="122612"/>
          </a:xfrm>
          <a:prstGeom prst="teardrop">
            <a:avLst>
              <a:gd fmla="val 100000" name="adj"/>
            </a:avLst>
          </a:prstGeom>
          <a:noFill/>
          <a:ln cap="flat" cmpd="sng" w="28575">
            <a:solidFill>
              <a:srgbClr val="00CE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rot="8100000">
            <a:off x="7181981" y="21317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4"/>
          <p:cNvGrpSpPr/>
          <p:nvPr/>
        </p:nvGrpSpPr>
        <p:grpSpPr>
          <a:xfrm>
            <a:off x="-9525" y="2024075"/>
            <a:ext cx="9167825" cy="595300"/>
            <a:chOff x="-9525" y="4462475"/>
            <a:chExt cx="9167825" cy="595300"/>
          </a:xfrm>
        </p:grpSpPr>
        <p:sp>
          <p:nvSpPr>
            <p:cNvPr id="97" name="Google Shape;97;p4"/>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98" name="Google Shape;98;p4"/>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99" name="Google Shape;99;p4"/>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100" name="Google Shape;100;p4"/>
          <p:cNvGrpSpPr/>
          <p:nvPr/>
        </p:nvGrpSpPr>
        <p:grpSpPr>
          <a:xfrm>
            <a:off x="-42837" y="2005088"/>
            <a:ext cx="9229575" cy="642788"/>
            <a:chOff x="-42837" y="4443488"/>
            <a:chExt cx="9229575" cy="642788"/>
          </a:xfrm>
        </p:grpSpPr>
        <p:sp>
          <p:nvSpPr>
            <p:cNvPr id="101" name="Google Shape;101;p4"/>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 name="Google Shape;126;p4"/>
          <p:cNvSpPr/>
          <p:nvPr/>
        </p:nvSpPr>
        <p:spPr>
          <a:xfrm>
            <a:off x="2990700" y="21478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1085700" y="24335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4895700" y="20776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rot="8100000">
            <a:off x="8699949" y="1890769"/>
            <a:ext cx="122612" cy="122612"/>
          </a:xfrm>
          <a:prstGeom prst="teardrop">
            <a:avLst>
              <a:gd fmla="val 100000" name="adj"/>
            </a:avLst>
          </a:prstGeom>
          <a:noFill/>
          <a:ln cap="flat" cmpd="sng" w="28575">
            <a:solidFill>
              <a:srgbClr val="AFF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txBox="1"/>
          <p:nvPr>
            <p:ph type="title"/>
          </p:nvPr>
        </p:nvSpPr>
        <p:spPr>
          <a:xfrm>
            <a:off x="1536550" y="906725"/>
            <a:ext cx="6084000" cy="62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600"/>
              <a:buNone/>
              <a:defRPr sz="2600">
                <a:solidFill>
                  <a:schemeClr val="dk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1" name="Google Shape;131;p4"/>
          <p:cNvSpPr txBox="1"/>
          <p:nvPr>
            <p:ph idx="1" type="body"/>
          </p:nvPr>
        </p:nvSpPr>
        <p:spPr>
          <a:xfrm>
            <a:off x="1536538" y="1789175"/>
            <a:ext cx="6084000" cy="2766300"/>
          </a:xfrm>
          <a:prstGeom prst="rect">
            <a:avLst/>
          </a:prstGeom>
          <a:solidFill>
            <a:srgbClr val="FFFFFF"/>
          </a:solidFill>
          <a:ln cap="flat" cmpd="sng" w="28575">
            <a:solidFill>
              <a:srgbClr val="000000"/>
            </a:solidFill>
            <a:prstDash val="solid"/>
            <a:round/>
            <a:headEnd len="sm" w="sm" type="none"/>
            <a:tailEnd len="sm" w="sm" type="none"/>
          </a:ln>
        </p:spPr>
        <p:txBody>
          <a:bodyPr anchorCtr="0" anchor="t" bIns="91425" lIns="91425" spcFirstLastPara="1" rIns="91425" wrap="square" tIns="91425">
            <a:normAutofit/>
          </a:bodyPr>
          <a:lstStyle>
            <a:lvl1pPr indent="-323850" lvl="0" marL="457200">
              <a:spcBef>
                <a:spcPts val="0"/>
              </a:spcBef>
              <a:spcAft>
                <a:spcPts val="0"/>
              </a:spcAft>
              <a:buSzPts val="15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1 1">
  <p:cSld name="TITLE_1_1_1">
    <p:spTree>
      <p:nvGrpSpPr>
        <p:cNvPr id="132" name="Shape 132"/>
        <p:cNvGrpSpPr/>
        <p:nvPr/>
      </p:nvGrpSpPr>
      <p:grpSpPr>
        <a:xfrm>
          <a:off x="0" y="0"/>
          <a:ext cx="0" cy="0"/>
          <a:chOff x="0" y="0"/>
          <a:chExt cx="0" cy="0"/>
        </a:xfrm>
      </p:grpSpPr>
      <p:sp>
        <p:nvSpPr>
          <p:cNvPr id="133" name="Google Shape;133;p5"/>
          <p:cNvSpPr/>
          <p:nvPr/>
        </p:nvSpPr>
        <p:spPr>
          <a:xfrm>
            <a:off x="-26775" y="2008375"/>
            <a:ext cx="9210650" cy="3172625"/>
          </a:xfrm>
          <a:custGeom>
            <a:rect b="b" l="l" r="r" t="t"/>
            <a:pathLst>
              <a:path extrusionOk="0" h="126905" w="368426">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134" name="Google Shape;134;p5"/>
          <p:cNvSpPr/>
          <p:nvPr/>
        </p:nvSpPr>
        <p:spPr>
          <a:xfrm>
            <a:off x="-26775" y="2139700"/>
            <a:ext cx="9210650" cy="3041300"/>
          </a:xfrm>
          <a:custGeom>
            <a:rect b="b" l="l" r="r" t="t"/>
            <a:pathLst>
              <a:path extrusionOk="0" h="121652" w="368426">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135" name="Google Shape;135;p5"/>
          <p:cNvSpPr/>
          <p:nvPr/>
        </p:nvSpPr>
        <p:spPr>
          <a:xfrm rot="8100000">
            <a:off x="1847981" y="1814569"/>
            <a:ext cx="122612" cy="122612"/>
          </a:xfrm>
          <a:prstGeom prst="teardrop">
            <a:avLst>
              <a:gd fmla="val 100000" name="adj"/>
            </a:avLst>
          </a:prstGeom>
          <a:solidFill>
            <a:srgbClr val="AFF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rot="8100000">
            <a:off x="6038981" y="2098419"/>
            <a:ext cx="122612" cy="122612"/>
          </a:xfrm>
          <a:prstGeom prst="teardrop">
            <a:avLst>
              <a:gd fmla="val 100000" name="adj"/>
            </a:avLst>
          </a:prstGeom>
          <a:noFill/>
          <a:ln cap="flat" cmpd="sng" w="28575">
            <a:solidFill>
              <a:srgbClr val="00CE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rot="8100000">
            <a:off x="7181981" y="21317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5"/>
          <p:cNvGrpSpPr/>
          <p:nvPr/>
        </p:nvGrpSpPr>
        <p:grpSpPr>
          <a:xfrm>
            <a:off x="-9525" y="2024075"/>
            <a:ext cx="9167825" cy="595300"/>
            <a:chOff x="-9525" y="4462475"/>
            <a:chExt cx="9167825" cy="595300"/>
          </a:xfrm>
        </p:grpSpPr>
        <p:sp>
          <p:nvSpPr>
            <p:cNvPr id="139" name="Google Shape;139;p5"/>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140" name="Google Shape;140;p5"/>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141" name="Google Shape;141;p5"/>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142" name="Google Shape;142;p5"/>
          <p:cNvGrpSpPr/>
          <p:nvPr/>
        </p:nvGrpSpPr>
        <p:grpSpPr>
          <a:xfrm>
            <a:off x="-42837" y="2005088"/>
            <a:ext cx="9229575" cy="642788"/>
            <a:chOff x="-42837" y="4443488"/>
            <a:chExt cx="9229575" cy="642788"/>
          </a:xfrm>
        </p:grpSpPr>
        <p:sp>
          <p:nvSpPr>
            <p:cNvPr id="143" name="Google Shape;143;p5"/>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 name="Google Shape;168;p5"/>
          <p:cNvSpPr/>
          <p:nvPr/>
        </p:nvSpPr>
        <p:spPr>
          <a:xfrm>
            <a:off x="2990700" y="21478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1085700" y="24335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4895700" y="20776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rot="8100000">
            <a:off x="8699949" y="1890769"/>
            <a:ext cx="122612" cy="122612"/>
          </a:xfrm>
          <a:prstGeom prst="teardrop">
            <a:avLst>
              <a:gd fmla="val 100000" name="adj"/>
            </a:avLst>
          </a:prstGeom>
          <a:noFill/>
          <a:ln cap="flat" cmpd="sng" w="28575">
            <a:solidFill>
              <a:srgbClr val="AFF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txBox="1"/>
          <p:nvPr>
            <p:ph type="title"/>
          </p:nvPr>
        </p:nvSpPr>
        <p:spPr>
          <a:xfrm>
            <a:off x="1536538" y="484300"/>
            <a:ext cx="6084000" cy="622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600"/>
              <a:buNone/>
              <a:defRPr sz="2600">
                <a:solidFill>
                  <a:schemeClr val="dk1"/>
                </a:solidFill>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173" name="Google Shape;173;p5"/>
          <p:cNvSpPr txBox="1"/>
          <p:nvPr>
            <p:ph idx="1" type="body"/>
          </p:nvPr>
        </p:nvSpPr>
        <p:spPr>
          <a:xfrm>
            <a:off x="1324213" y="1391600"/>
            <a:ext cx="3043200" cy="3463200"/>
          </a:xfrm>
          <a:prstGeom prst="rect">
            <a:avLst/>
          </a:prstGeom>
          <a:solidFill>
            <a:srgbClr val="FFFFFF"/>
          </a:solidFill>
          <a:ln cap="flat" cmpd="sng" w="28575">
            <a:solidFill>
              <a:srgbClr val="000000"/>
            </a:solidFill>
            <a:prstDash val="solid"/>
            <a:round/>
            <a:headEnd len="sm" w="sm" type="none"/>
            <a:tailEnd len="sm" w="sm" type="none"/>
          </a:ln>
        </p:spPr>
        <p:txBody>
          <a:bodyPr anchorCtr="0" anchor="t" bIns="91425" lIns="91425" spcFirstLastPara="1" rIns="91425" wrap="square" tIns="91425">
            <a:normAutofit/>
          </a:bodyPr>
          <a:lstStyle>
            <a:lvl1pPr indent="-323850" lvl="0" marL="457200" rtl="0">
              <a:spcBef>
                <a:spcPts val="0"/>
              </a:spcBef>
              <a:spcAft>
                <a:spcPts val="0"/>
              </a:spcAft>
              <a:buSzPts val="1500"/>
              <a:buChar char="●"/>
              <a:defRPr/>
            </a:lvl1pPr>
            <a:lvl2pPr indent="-323850" lvl="1" marL="914400" rtl="0">
              <a:spcBef>
                <a:spcPts val="0"/>
              </a:spcBef>
              <a:spcAft>
                <a:spcPts val="0"/>
              </a:spcAft>
              <a:buSzPts val="1500"/>
              <a:buChar char="○"/>
              <a:defRPr/>
            </a:lvl2pPr>
            <a:lvl3pPr indent="-323850" lvl="2" marL="1371600" rtl="0">
              <a:spcBef>
                <a:spcPts val="0"/>
              </a:spcBef>
              <a:spcAft>
                <a:spcPts val="0"/>
              </a:spcAft>
              <a:buSzPts val="1500"/>
              <a:buChar char="■"/>
              <a:defRPr/>
            </a:lvl3pPr>
            <a:lvl4pPr indent="-323850" lvl="3" marL="1828800" rtl="0">
              <a:spcBef>
                <a:spcPts val="0"/>
              </a:spcBef>
              <a:spcAft>
                <a:spcPts val="0"/>
              </a:spcAft>
              <a:buSzPts val="1500"/>
              <a:buChar char="●"/>
              <a:defRPr/>
            </a:lvl4pPr>
            <a:lvl5pPr indent="-323850" lvl="4" marL="2286000" rtl="0">
              <a:spcBef>
                <a:spcPts val="0"/>
              </a:spcBef>
              <a:spcAft>
                <a:spcPts val="0"/>
              </a:spcAft>
              <a:buSzPts val="1500"/>
              <a:buChar char="○"/>
              <a:defRPr/>
            </a:lvl5pPr>
            <a:lvl6pPr indent="-323850" lvl="5" marL="2743200" rtl="0">
              <a:spcBef>
                <a:spcPts val="0"/>
              </a:spcBef>
              <a:spcAft>
                <a:spcPts val="0"/>
              </a:spcAft>
              <a:buSzPts val="1500"/>
              <a:buChar char="■"/>
              <a:defRPr/>
            </a:lvl6pPr>
            <a:lvl7pPr indent="-323850" lvl="6" marL="3200400" rtl="0">
              <a:spcBef>
                <a:spcPts val="0"/>
              </a:spcBef>
              <a:spcAft>
                <a:spcPts val="0"/>
              </a:spcAft>
              <a:buSzPts val="1500"/>
              <a:buChar char="●"/>
              <a:defRPr/>
            </a:lvl7pPr>
            <a:lvl8pPr indent="-323850" lvl="7" marL="3657600" rtl="0">
              <a:spcBef>
                <a:spcPts val="0"/>
              </a:spcBef>
              <a:spcAft>
                <a:spcPts val="0"/>
              </a:spcAft>
              <a:buSzPts val="1500"/>
              <a:buChar char="○"/>
              <a:defRPr/>
            </a:lvl8pPr>
            <a:lvl9pPr indent="-323850" lvl="8" marL="4114800" rtl="0">
              <a:spcBef>
                <a:spcPts val="0"/>
              </a:spcBef>
              <a:spcAft>
                <a:spcPts val="0"/>
              </a:spcAft>
              <a:buSzPts val="1500"/>
              <a:buChar char="■"/>
              <a:defRPr/>
            </a:lvl9pPr>
          </a:lstStyle>
          <a:p/>
        </p:txBody>
      </p:sp>
      <p:sp>
        <p:nvSpPr>
          <p:cNvPr id="174" name="Google Shape;174;p5"/>
          <p:cNvSpPr txBox="1"/>
          <p:nvPr>
            <p:ph idx="2" type="body"/>
          </p:nvPr>
        </p:nvSpPr>
        <p:spPr>
          <a:xfrm>
            <a:off x="4789663" y="1391600"/>
            <a:ext cx="3043200" cy="3463200"/>
          </a:xfrm>
          <a:prstGeom prst="rect">
            <a:avLst/>
          </a:prstGeom>
          <a:solidFill>
            <a:srgbClr val="FFFFFF"/>
          </a:solidFill>
          <a:ln cap="flat" cmpd="sng" w="28575">
            <a:solidFill>
              <a:srgbClr val="000000"/>
            </a:solidFill>
            <a:prstDash val="solid"/>
            <a:round/>
            <a:headEnd len="sm" w="sm" type="none"/>
            <a:tailEnd len="sm" w="sm" type="none"/>
          </a:ln>
        </p:spPr>
        <p:txBody>
          <a:bodyPr anchorCtr="0" anchor="t" bIns="91425" lIns="91425" spcFirstLastPara="1" rIns="91425" wrap="square" tIns="91425">
            <a:normAutofit/>
          </a:bodyPr>
          <a:lstStyle>
            <a:lvl1pPr indent="-323850" lvl="0" marL="457200" rtl="0">
              <a:spcBef>
                <a:spcPts val="0"/>
              </a:spcBef>
              <a:spcAft>
                <a:spcPts val="0"/>
              </a:spcAft>
              <a:buSzPts val="1500"/>
              <a:buChar char="●"/>
              <a:defRPr/>
            </a:lvl1pPr>
            <a:lvl2pPr indent="-323850" lvl="1" marL="914400" rtl="0">
              <a:spcBef>
                <a:spcPts val="0"/>
              </a:spcBef>
              <a:spcAft>
                <a:spcPts val="0"/>
              </a:spcAft>
              <a:buSzPts val="1500"/>
              <a:buChar char="○"/>
              <a:defRPr/>
            </a:lvl2pPr>
            <a:lvl3pPr indent="-323850" lvl="2" marL="1371600" rtl="0">
              <a:spcBef>
                <a:spcPts val="0"/>
              </a:spcBef>
              <a:spcAft>
                <a:spcPts val="0"/>
              </a:spcAft>
              <a:buSzPts val="1500"/>
              <a:buChar char="■"/>
              <a:defRPr/>
            </a:lvl3pPr>
            <a:lvl4pPr indent="-323850" lvl="3" marL="1828800" rtl="0">
              <a:spcBef>
                <a:spcPts val="0"/>
              </a:spcBef>
              <a:spcAft>
                <a:spcPts val="0"/>
              </a:spcAft>
              <a:buSzPts val="1500"/>
              <a:buChar char="●"/>
              <a:defRPr/>
            </a:lvl4pPr>
            <a:lvl5pPr indent="-323850" lvl="4" marL="2286000" rtl="0">
              <a:spcBef>
                <a:spcPts val="0"/>
              </a:spcBef>
              <a:spcAft>
                <a:spcPts val="0"/>
              </a:spcAft>
              <a:buSzPts val="1500"/>
              <a:buChar char="○"/>
              <a:defRPr/>
            </a:lvl5pPr>
            <a:lvl6pPr indent="-323850" lvl="5" marL="2743200" rtl="0">
              <a:spcBef>
                <a:spcPts val="0"/>
              </a:spcBef>
              <a:spcAft>
                <a:spcPts val="0"/>
              </a:spcAft>
              <a:buSzPts val="1500"/>
              <a:buChar char="■"/>
              <a:defRPr/>
            </a:lvl6pPr>
            <a:lvl7pPr indent="-323850" lvl="6" marL="3200400" rtl="0">
              <a:spcBef>
                <a:spcPts val="0"/>
              </a:spcBef>
              <a:spcAft>
                <a:spcPts val="0"/>
              </a:spcAft>
              <a:buSzPts val="1500"/>
              <a:buChar char="●"/>
              <a:defRPr/>
            </a:lvl7pPr>
            <a:lvl8pPr indent="-323850" lvl="7" marL="3657600" rtl="0">
              <a:spcBef>
                <a:spcPts val="0"/>
              </a:spcBef>
              <a:spcAft>
                <a:spcPts val="0"/>
              </a:spcAft>
              <a:buSzPts val="1500"/>
              <a:buChar char="○"/>
              <a:defRPr/>
            </a:lvl8pPr>
            <a:lvl9pPr indent="-323850" lvl="8" marL="4114800" rtl="0">
              <a:spcBef>
                <a:spcPts val="0"/>
              </a:spcBef>
              <a:spcAft>
                <a:spcPts val="0"/>
              </a:spcAft>
              <a:buSzPts val="15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75" name="Shape 175"/>
        <p:cNvGrpSpPr/>
        <p:nvPr/>
      </p:nvGrpSpPr>
      <p:grpSpPr>
        <a:xfrm>
          <a:off x="0" y="0"/>
          <a:ext cx="0" cy="0"/>
          <a:chOff x="0" y="0"/>
          <a:chExt cx="0" cy="0"/>
        </a:xfrm>
      </p:grpSpPr>
      <p:sp>
        <p:nvSpPr>
          <p:cNvPr id="176" name="Google Shape;176;p6"/>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lvl1pPr lvl="0">
              <a:spcBef>
                <a:spcPts val="0"/>
              </a:spcBef>
              <a:spcAft>
                <a:spcPts val="0"/>
              </a:spcAft>
              <a:buClr>
                <a:srgbClr val="418B9A"/>
              </a:buClr>
              <a:buSzPts val="2000"/>
              <a:buFont typeface="Lora"/>
              <a:buNone/>
              <a:defRPr>
                <a:solidFill>
                  <a:srgbClr val="418B9A"/>
                </a:solidFill>
                <a:latin typeface="Lora"/>
                <a:ea typeface="Lora"/>
                <a:cs typeface="Lora"/>
                <a:sym typeface="Lora"/>
              </a:defRPr>
            </a:lvl1pPr>
            <a:lvl2pPr lvl="1">
              <a:spcBef>
                <a:spcPts val="0"/>
              </a:spcBef>
              <a:spcAft>
                <a:spcPts val="0"/>
              </a:spcAft>
              <a:buSzPts val="2000"/>
              <a:buFont typeface="Lora"/>
              <a:buNone/>
              <a:defRPr>
                <a:latin typeface="Lora"/>
                <a:ea typeface="Lora"/>
                <a:cs typeface="Lora"/>
                <a:sym typeface="Lora"/>
              </a:defRPr>
            </a:lvl2pPr>
            <a:lvl3pPr lvl="2">
              <a:spcBef>
                <a:spcPts val="0"/>
              </a:spcBef>
              <a:spcAft>
                <a:spcPts val="0"/>
              </a:spcAft>
              <a:buSzPts val="2000"/>
              <a:buFont typeface="Lora"/>
              <a:buNone/>
              <a:defRPr>
                <a:latin typeface="Lora"/>
                <a:ea typeface="Lora"/>
                <a:cs typeface="Lora"/>
                <a:sym typeface="Lora"/>
              </a:defRPr>
            </a:lvl3pPr>
            <a:lvl4pPr lvl="3">
              <a:spcBef>
                <a:spcPts val="0"/>
              </a:spcBef>
              <a:spcAft>
                <a:spcPts val="0"/>
              </a:spcAft>
              <a:buSzPts val="2000"/>
              <a:buFont typeface="Lora"/>
              <a:buNone/>
              <a:defRPr>
                <a:latin typeface="Lora"/>
                <a:ea typeface="Lora"/>
                <a:cs typeface="Lora"/>
                <a:sym typeface="Lora"/>
              </a:defRPr>
            </a:lvl4pPr>
            <a:lvl5pPr lvl="4">
              <a:spcBef>
                <a:spcPts val="0"/>
              </a:spcBef>
              <a:spcAft>
                <a:spcPts val="0"/>
              </a:spcAft>
              <a:buSzPts val="2000"/>
              <a:buFont typeface="Lora"/>
              <a:buNone/>
              <a:defRPr>
                <a:latin typeface="Lora"/>
                <a:ea typeface="Lora"/>
                <a:cs typeface="Lora"/>
                <a:sym typeface="Lora"/>
              </a:defRPr>
            </a:lvl5pPr>
            <a:lvl6pPr lvl="5">
              <a:spcBef>
                <a:spcPts val="0"/>
              </a:spcBef>
              <a:spcAft>
                <a:spcPts val="0"/>
              </a:spcAft>
              <a:buSzPts val="2000"/>
              <a:buFont typeface="Lora"/>
              <a:buNone/>
              <a:defRPr>
                <a:latin typeface="Lora"/>
                <a:ea typeface="Lora"/>
                <a:cs typeface="Lora"/>
                <a:sym typeface="Lora"/>
              </a:defRPr>
            </a:lvl6pPr>
            <a:lvl7pPr lvl="6">
              <a:spcBef>
                <a:spcPts val="0"/>
              </a:spcBef>
              <a:spcAft>
                <a:spcPts val="0"/>
              </a:spcAft>
              <a:buSzPts val="2000"/>
              <a:buFont typeface="Lora"/>
              <a:buNone/>
              <a:defRPr>
                <a:latin typeface="Lora"/>
                <a:ea typeface="Lora"/>
                <a:cs typeface="Lora"/>
                <a:sym typeface="Lora"/>
              </a:defRPr>
            </a:lvl7pPr>
            <a:lvl8pPr lvl="7">
              <a:spcBef>
                <a:spcPts val="0"/>
              </a:spcBef>
              <a:spcAft>
                <a:spcPts val="0"/>
              </a:spcAft>
              <a:buSzPts val="2000"/>
              <a:buFont typeface="Lora"/>
              <a:buNone/>
              <a:defRPr>
                <a:latin typeface="Lora"/>
                <a:ea typeface="Lora"/>
                <a:cs typeface="Lora"/>
                <a:sym typeface="Lora"/>
              </a:defRPr>
            </a:lvl8pPr>
            <a:lvl9pPr lvl="8">
              <a:spcBef>
                <a:spcPts val="0"/>
              </a:spcBef>
              <a:spcAft>
                <a:spcPts val="0"/>
              </a:spcAft>
              <a:buSzPts val="2000"/>
              <a:buFont typeface="Lora"/>
              <a:buNone/>
              <a:defRPr>
                <a:latin typeface="Lora"/>
                <a:ea typeface="Lora"/>
                <a:cs typeface="Lora"/>
                <a:sym typeface="Lora"/>
              </a:defRPr>
            </a:lvl9pPr>
          </a:lstStyle>
          <a:p/>
        </p:txBody>
      </p:sp>
      <p:sp>
        <p:nvSpPr>
          <p:cNvPr id="177" name="Google Shape;177;p6"/>
          <p:cNvSpPr txBox="1"/>
          <p:nvPr>
            <p:ph idx="1" type="body"/>
          </p:nvPr>
        </p:nvSpPr>
        <p:spPr>
          <a:xfrm>
            <a:off x="908563" y="1119350"/>
            <a:ext cx="7316400" cy="2382600"/>
          </a:xfrm>
          <a:prstGeom prst="rect">
            <a:avLst/>
          </a:prstGeom>
        </p:spPr>
        <p:txBody>
          <a:bodyPr anchorCtr="0" anchor="ctr" bIns="91425" lIns="91425" spcFirstLastPara="1" rIns="91425" wrap="square" tIns="91425">
            <a:normAutofit/>
          </a:bodyPr>
          <a:lstStyle>
            <a:lvl1pPr indent="-323850" lvl="0" marL="457200">
              <a:spcBef>
                <a:spcPts val="0"/>
              </a:spcBef>
              <a:spcAft>
                <a:spcPts val="0"/>
              </a:spcAft>
              <a:buSzPts val="1500"/>
              <a:buFont typeface="Lora"/>
              <a:buChar char="●"/>
              <a:defRPr sz="1500">
                <a:latin typeface="Lora"/>
                <a:ea typeface="Lora"/>
                <a:cs typeface="Lora"/>
                <a:sym typeface="Lora"/>
              </a:defRPr>
            </a:lvl1pPr>
            <a:lvl2pPr indent="-323850" lvl="1" marL="914400">
              <a:spcBef>
                <a:spcPts val="0"/>
              </a:spcBef>
              <a:spcAft>
                <a:spcPts val="0"/>
              </a:spcAft>
              <a:buSzPts val="1500"/>
              <a:buFont typeface="Lora"/>
              <a:buChar char="○"/>
              <a:defRPr sz="1500">
                <a:latin typeface="Lora"/>
                <a:ea typeface="Lora"/>
                <a:cs typeface="Lora"/>
                <a:sym typeface="Lora"/>
              </a:defRPr>
            </a:lvl2pPr>
            <a:lvl3pPr indent="-323850" lvl="2" marL="1371600">
              <a:spcBef>
                <a:spcPts val="0"/>
              </a:spcBef>
              <a:spcAft>
                <a:spcPts val="0"/>
              </a:spcAft>
              <a:buSzPts val="1500"/>
              <a:buFont typeface="Lora"/>
              <a:buChar char="■"/>
              <a:defRPr sz="1500">
                <a:latin typeface="Lora"/>
                <a:ea typeface="Lora"/>
                <a:cs typeface="Lora"/>
                <a:sym typeface="Lora"/>
              </a:defRPr>
            </a:lvl3pPr>
            <a:lvl4pPr indent="-323850" lvl="3" marL="1828800">
              <a:spcBef>
                <a:spcPts val="0"/>
              </a:spcBef>
              <a:spcAft>
                <a:spcPts val="0"/>
              </a:spcAft>
              <a:buSzPts val="1500"/>
              <a:buFont typeface="Lora"/>
              <a:buChar char="●"/>
              <a:defRPr sz="1500">
                <a:latin typeface="Lora"/>
                <a:ea typeface="Lora"/>
                <a:cs typeface="Lora"/>
                <a:sym typeface="Lora"/>
              </a:defRPr>
            </a:lvl4pPr>
            <a:lvl5pPr indent="-323850" lvl="4" marL="2286000">
              <a:spcBef>
                <a:spcPts val="0"/>
              </a:spcBef>
              <a:spcAft>
                <a:spcPts val="0"/>
              </a:spcAft>
              <a:buSzPts val="1500"/>
              <a:buFont typeface="Lora"/>
              <a:buChar char="○"/>
              <a:defRPr sz="1500">
                <a:latin typeface="Lora"/>
                <a:ea typeface="Lora"/>
                <a:cs typeface="Lora"/>
                <a:sym typeface="Lora"/>
              </a:defRPr>
            </a:lvl5pPr>
            <a:lvl6pPr indent="-323850" lvl="5" marL="2743200">
              <a:spcBef>
                <a:spcPts val="0"/>
              </a:spcBef>
              <a:spcAft>
                <a:spcPts val="0"/>
              </a:spcAft>
              <a:buSzPts val="1500"/>
              <a:buFont typeface="Lora"/>
              <a:buChar char="■"/>
              <a:defRPr sz="1500">
                <a:latin typeface="Lora"/>
                <a:ea typeface="Lora"/>
                <a:cs typeface="Lora"/>
                <a:sym typeface="Lora"/>
              </a:defRPr>
            </a:lvl6pPr>
            <a:lvl7pPr indent="-323850" lvl="6" marL="3200400">
              <a:spcBef>
                <a:spcPts val="0"/>
              </a:spcBef>
              <a:spcAft>
                <a:spcPts val="0"/>
              </a:spcAft>
              <a:buSzPts val="1500"/>
              <a:buFont typeface="Lora"/>
              <a:buChar char="●"/>
              <a:defRPr sz="1500">
                <a:latin typeface="Lora"/>
                <a:ea typeface="Lora"/>
                <a:cs typeface="Lora"/>
                <a:sym typeface="Lora"/>
              </a:defRPr>
            </a:lvl7pPr>
            <a:lvl8pPr indent="-323850" lvl="7" marL="3657600">
              <a:spcBef>
                <a:spcPts val="0"/>
              </a:spcBef>
              <a:spcAft>
                <a:spcPts val="0"/>
              </a:spcAft>
              <a:buSzPts val="1500"/>
              <a:buFont typeface="Lora"/>
              <a:buChar char="○"/>
              <a:defRPr sz="1500">
                <a:latin typeface="Lora"/>
                <a:ea typeface="Lora"/>
                <a:cs typeface="Lora"/>
                <a:sym typeface="Lora"/>
              </a:defRPr>
            </a:lvl8pPr>
            <a:lvl9pPr indent="-323850" lvl="8" marL="4114800">
              <a:spcBef>
                <a:spcPts val="0"/>
              </a:spcBef>
              <a:spcAft>
                <a:spcPts val="0"/>
              </a:spcAft>
              <a:buSzPts val="1500"/>
              <a:buFont typeface="Lora"/>
              <a:buChar char="■"/>
              <a:defRPr sz="1500">
                <a:latin typeface="Lora"/>
                <a:ea typeface="Lora"/>
                <a:cs typeface="Lora"/>
                <a:sym typeface="Lora"/>
              </a:defRPr>
            </a:lvl9pPr>
          </a:lstStyle>
          <a:p/>
        </p:txBody>
      </p:sp>
      <p:sp>
        <p:nvSpPr>
          <p:cNvPr id="178" name="Google Shape;178;p6"/>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179" name="Google Shape;179;p6"/>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180" name="Google Shape;180;p6"/>
          <p:cNvSpPr/>
          <p:nvPr/>
        </p:nvSpPr>
        <p:spPr>
          <a:xfrm rot="8100000">
            <a:off x="1847981" y="4252969"/>
            <a:ext cx="122612" cy="122612"/>
          </a:xfrm>
          <a:prstGeom prst="teardrop">
            <a:avLst>
              <a:gd fmla="val 100000" name="adj"/>
            </a:avLst>
          </a:pr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rot="8100000">
            <a:off x="6038981" y="4536819"/>
            <a:ext cx="122612" cy="122612"/>
          </a:xfrm>
          <a:prstGeom prst="teardrop">
            <a:avLst>
              <a:gd fmla="val 100000" name="adj"/>
            </a:avLst>
          </a:prstGeom>
          <a:noFill/>
          <a:ln cap="flat" cmpd="sng" w="28575">
            <a:solidFill>
              <a:srgbClr val="E28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rot="8100000">
            <a:off x="7181981" y="4570169"/>
            <a:ext cx="122612" cy="122612"/>
          </a:xfrm>
          <a:prstGeom prst="teardrop">
            <a:avLst>
              <a:gd fmla="val 100000" name="adj"/>
            </a:avLst>
          </a:prstGeom>
          <a:solidFill>
            <a:srgbClr val="418B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 name="Google Shape;183;p6"/>
          <p:cNvGrpSpPr/>
          <p:nvPr/>
        </p:nvGrpSpPr>
        <p:grpSpPr>
          <a:xfrm>
            <a:off x="-9525" y="4462475"/>
            <a:ext cx="9167825" cy="595300"/>
            <a:chOff x="-9525" y="4462475"/>
            <a:chExt cx="9167825" cy="595300"/>
          </a:xfrm>
        </p:grpSpPr>
        <p:sp>
          <p:nvSpPr>
            <p:cNvPr id="184" name="Google Shape;184;p6"/>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185" name="Google Shape;185;p6"/>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186" name="Google Shape;186;p6"/>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187" name="Google Shape;187;p6"/>
          <p:cNvGrpSpPr/>
          <p:nvPr/>
        </p:nvGrpSpPr>
        <p:grpSpPr>
          <a:xfrm>
            <a:off x="-42837" y="4443488"/>
            <a:ext cx="9229575" cy="642787"/>
            <a:chOff x="-42837" y="4443488"/>
            <a:chExt cx="9229575" cy="642787"/>
          </a:xfrm>
        </p:grpSpPr>
        <p:sp>
          <p:nvSpPr>
            <p:cNvPr id="188" name="Google Shape;188;p6"/>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 name="Google Shape;213;p6"/>
          <p:cNvSpPr/>
          <p:nvPr/>
        </p:nvSpPr>
        <p:spPr>
          <a:xfrm>
            <a:off x="2990700" y="45862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6"/>
          <p:cNvSpPr/>
          <p:nvPr/>
        </p:nvSpPr>
        <p:spPr>
          <a:xfrm>
            <a:off x="1085700" y="48719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p:nvPr/>
        </p:nvSpPr>
        <p:spPr>
          <a:xfrm>
            <a:off x="4895700" y="45160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6"/>
          <p:cNvSpPr/>
          <p:nvPr/>
        </p:nvSpPr>
        <p:spPr>
          <a:xfrm rot="8100000">
            <a:off x="8699949" y="4329169"/>
            <a:ext cx="122612" cy="122612"/>
          </a:xfrm>
          <a:prstGeom prst="teardrop">
            <a:avLst>
              <a:gd fmla="val 100000" name="adj"/>
            </a:avLst>
          </a:prstGeom>
          <a:noFill/>
          <a:ln cap="flat" cmpd="sng" w="28575">
            <a:solidFill>
              <a:srgbClr val="E28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17" name="Shape 217"/>
        <p:cNvGrpSpPr/>
        <p:nvPr/>
      </p:nvGrpSpPr>
      <p:grpSpPr>
        <a:xfrm>
          <a:off x="0" y="0"/>
          <a:ext cx="0" cy="0"/>
          <a:chOff x="0" y="0"/>
          <a:chExt cx="0" cy="0"/>
        </a:xfrm>
      </p:grpSpPr>
      <p:sp>
        <p:nvSpPr>
          <p:cNvPr id="218" name="Google Shape;218;p7"/>
          <p:cNvSpPr txBox="1"/>
          <p:nvPr>
            <p:ph type="title"/>
          </p:nvPr>
        </p:nvSpPr>
        <p:spPr>
          <a:xfrm>
            <a:off x="1068925" y="329375"/>
            <a:ext cx="6996600" cy="525300"/>
          </a:xfrm>
          <a:prstGeom prst="rect">
            <a:avLst/>
          </a:prstGeom>
        </p:spPr>
        <p:txBody>
          <a:bodyPr anchorCtr="0" anchor="b" bIns="91425" lIns="91425" spcFirstLastPara="1" rIns="91425" wrap="square" tIns="91425">
            <a:noAutofit/>
          </a:bodyPr>
          <a:lstStyle>
            <a:lvl1pPr lvl="0">
              <a:spcBef>
                <a:spcPts val="0"/>
              </a:spcBef>
              <a:spcAft>
                <a:spcPts val="0"/>
              </a:spcAft>
              <a:buClr>
                <a:srgbClr val="418B9A"/>
              </a:buClr>
              <a:buSzPts val="2000"/>
              <a:buFont typeface="Lora"/>
              <a:buNone/>
              <a:defRPr>
                <a:solidFill>
                  <a:srgbClr val="418B9A"/>
                </a:solidFill>
                <a:latin typeface="Lora"/>
                <a:ea typeface="Lora"/>
                <a:cs typeface="Lora"/>
                <a:sym typeface="Lora"/>
              </a:defRPr>
            </a:lvl1pPr>
            <a:lvl2pPr lvl="1">
              <a:spcBef>
                <a:spcPts val="0"/>
              </a:spcBef>
              <a:spcAft>
                <a:spcPts val="0"/>
              </a:spcAft>
              <a:buSzPts val="2000"/>
              <a:buFont typeface="Lora"/>
              <a:buNone/>
              <a:defRPr>
                <a:latin typeface="Lora"/>
                <a:ea typeface="Lora"/>
                <a:cs typeface="Lora"/>
                <a:sym typeface="Lora"/>
              </a:defRPr>
            </a:lvl2pPr>
            <a:lvl3pPr lvl="2">
              <a:spcBef>
                <a:spcPts val="0"/>
              </a:spcBef>
              <a:spcAft>
                <a:spcPts val="0"/>
              </a:spcAft>
              <a:buSzPts val="2000"/>
              <a:buFont typeface="Lora"/>
              <a:buNone/>
              <a:defRPr>
                <a:latin typeface="Lora"/>
                <a:ea typeface="Lora"/>
                <a:cs typeface="Lora"/>
                <a:sym typeface="Lora"/>
              </a:defRPr>
            </a:lvl3pPr>
            <a:lvl4pPr lvl="3">
              <a:spcBef>
                <a:spcPts val="0"/>
              </a:spcBef>
              <a:spcAft>
                <a:spcPts val="0"/>
              </a:spcAft>
              <a:buSzPts val="2000"/>
              <a:buFont typeface="Lora"/>
              <a:buNone/>
              <a:defRPr>
                <a:latin typeface="Lora"/>
                <a:ea typeface="Lora"/>
                <a:cs typeface="Lora"/>
                <a:sym typeface="Lora"/>
              </a:defRPr>
            </a:lvl4pPr>
            <a:lvl5pPr lvl="4">
              <a:spcBef>
                <a:spcPts val="0"/>
              </a:spcBef>
              <a:spcAft>
                <a:spcPts val="0"/>
              </a:spcAft>
              <a:buSzPts val="2000"/>
              <a:buFont typeface="Lora"/>
              <a:buNone/>
              <a:defRPr>
                <a:latin typeface="Lora"/>
                <a:ea typeface="Lora"/>
                <a:cs typeface="Lora"/>
                <a:sym typeface="Lora"/>
              </a:defRPr>
            </a:lvl5pPr>
            <a:lvl6pPr lvl="5">
              <a:spcBef>
                <a:spcPts val="0"/>
              </a:spcBef>
              <a:spcAft>
                <a:spcPts val="0"/>
              </a:spcAft>
              <a:buSzPts val="2000"/>
              <a:buFont typeface="Lora"/>
              <a:buNone/>
              <a:defRPr>
                <a:latin typeface="Lora"/>
                <a:ea typeface="Lora"/>
                <a:cs typeface="Lora"/>
                <a:sym typeface="Lora"/>
              </a:defRPr>
            </a:lvl6pPr>
            <a:lvl7pPr lvl="6">
              <a:spcBef>
                <a:spcPts val="0"/>
              </a:spcBef>
              <a:spcAft>
                <a:spcPts val="0"/>
              </a:spcAft>
              <a:buSzPts val="2000"/>
              <a:buFont typeface="Lora"/>
              <a:buNone/>
              <a:defRPr>
                <a:latin typeface="Lora"/>
                <a:ea typeface="Lora"/>
                <a:cs typeface="Lora"/>
                <a:sym typeface="Lora"/>
              </a:defRPr>
            </a:lvl7pPr>
            <a:lvl8pPr lvl="7">
              <a:spcBef>
                <a:spcPts val="0"/>
              </a:spcBef>
              <a:spcAft>
                <a:spcPts val="0"/>
              </a:spcAft>
              <a:buSzPts val="2000"/>
              <a:buFont typeface="Lora"/>
              <a:buNone/>
              <a:defRPr>
                <a:latin typeface="Lora"/>
                <a:ea typeface="Lora"/>
                <a:cs typeface="Lora"/>
                <a:sym typeface="Lora"/>
              </a:defRPr>
            </a:lvl8pPr>
            <a:lvl9pPr lvl="8">
              <a:spcBef>
                <a:spcPts val="0"/>
              </a:spcBef>
              <a:spcAft>
                <a:spcPts val="0"/>
              </a:spcAft>
              <a:buSzPts val="2000"/>
              <a:buFont typeface="Lora"/>
              <a:buNone/>
              <a:defRPr>
                <a:latin typeface="Lora"/>
                <a:ea typeface="Lora"/>
                <a:cs typeface="Lora"/>
                <a:sym typeface="Lora"/>
              </a:defRPr>
            </a:lvl9pPr>
          </a:lstStyle>
          <a:p/>
        </p:txBody>
      </p:sp>
      <p:sp>
        <p:nvSpPr>
          <p:cNvPr id="219" name="Google Shape;219;p7"/>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220" name="Google Shape;220;p7"/>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221" name="Google Shape;221;p7"/>
          <p:cNvSpPr/>
          <p:nvPr/>
        </p:nvSpPr>
        <p:spPr>
          <a:xfrm rot="8100000">
            <a:off x="1847981" y="4252969"/>
            <a:ext cx="122612" cy="122612"/>
          </a:xfrm>
          <a:prstGeom prst="teardrop">
            <a:avLst>
              <a:gd fmla="val 100000" name="adj"/>
            </a:avLst>
          </a:prstGeom>
          <a:solidFill>
            <a:srgbClr val="E28F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rot="8100000">
            <a:off x="6038981" y="4536819"/>
            <a:ext cx="122612" cy="122612"/>
          </a:xfrm>
          <a:prstGeom prst="teardrop">
            <a:avLst>
              <a:gd fmla="val 100000" name="adj"/>
            </a:avLst>
          </a:prstGeom>
          <a:noFill/>
          <a:ln cap="flat" cmpd="sng" w="28575">
            <a:solidFill>
              <a:srgbClr val="E28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rot="8100000">
            <a:off x="7181981" y="4570169"/>
            <a:ext cx="122612" cy="122612"/>
          </a:xfrm>
          <a:prstGeom prst="teardrop">
            <a:avLst>
              <a:gd fmla="val 100000" name="adj"/>
            </a:avLst>
          </a:prstGeom>
          <a:solidFill>
            <a:srgbClr val="418B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 name="Google Shape;224;p7"/>
          <p:cNvGrpSpPr/>
          <p:nvPr/>
        </p:nvGrpSpPr>
        <p:grpSpPr>
          <a:xfrm>
            <a:off x="-42837" y="4443488"/>
            <a:ext cx="9229575" cy="642787"/>
            <a:chOff x="-42837" y="4443488"/>
            <a:chExt cx="9229575" cy="642787"/>
          </a:xfrm>
        </p:grpSpPr>
        <p:sp>
          <p:nvSpPr>
            <p:cNvPr id="225" name="Google Shape;225;p7"/>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7"/>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7"/>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7"/>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7"/>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7"/>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7"/>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 name="Google Shape;250;p7"/>
          <p:cNvGrpSpPr/>
          <p:nvPr/>
        </p:nvGrpSpPr>
        <p:grpSpPr>
          <a:xfrm>
            <a:off x="-9525" y="4462475"/>
            <a:ext cx="9167825" cy="595300"/>
            <a:chOff x="-9525" y="4462475"/>
            <a:chExt cx="9167825" cy="595300"/>
          </a:xfrm>
        </p:grpSpPr>
        <p:sp>
          <p:nvSpPr>
            <p:cNvPr id="251" name="Google Shape;251;p7"/>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252" name="Google Shape;252;p7"/>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253" name="Google Shape;253;p7"/>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sp>
        <p:nvSpPr>
          <p:cNvPr id="254" name="Google Shape;254;p7"/>
          <p:cNvSpPr/>
          <p:nvPr/>
        </p:nvSpPr>
        <p:spPr>
          <a:xfrm>
            <a:off x="2990700" y="45862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p:nvPr/>
        </p:nvSpPr>
        <p:spPr>
          <a:xfrm>
            <a:off x="1085700" y="48719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4895700" y="45160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rot="8100000">
            <a:off x="8699949" y="4329169"/>
            <a:ext cx="122612" cy="122612"/>
          </a:xfrm>
          <a:prstGeom prst="teardrop">
            <a:avLst>
              <a:gd fmla="val 100000" name="adj"/>
            </a:avLst>
          </a:prstGeom>
          <a:noFill/>
          <a:ln cap="flat" cmpd="sng" w="28575">
            <a:solidFill>
              <a:srgbClr val="E28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txBox="1"/>
          <p:nvPr/>
        </p:nvSpPr>
        <p:spPr>
          <a:xfrm>
            <a:off x="2590800" y="3858500"/>
            <a:ext cx="3969300" cy="4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Sans Pro"/>
              <a:ea typeface="Source Sans Pro"/>
              <a:cs typeface="Source Sans Pro"/>
              <a:sym typeface="Source Sans Pro"/>
            </a:endParaRPr>
          </a:p>
        </p:txBody>
      </p:sp>
      <p:sp>
        <p:nvSpPr>
          <p:cNvPr id="259" name="Google Shape;259;p7"/>
          <p:cNvSpPr txBox="1"/>
          <p:nvPr>
            <p:ph idx="1" type="subTitle"/>
          </p:nvPr>
        </p:nvSpPr>
        <p:spPr>
          <a:xfrm>
            <a:off x="2838925" y="632708"/>
            <a:ext cx="3456600" cy="281100"/>
          </a:xfrm>
          <a:prstGeom prst="rect">
            <a:avLst/>
          </a:prstGeom>
        </p:spPr>
        <p:txBody>
          <a:bodyPr anchorCtr="0" anchor="t" bIns="91425" lIns="91425" spcFirstLastPara="1" rIns="91425" wrap="square" tIns="91425">
            <a:normAutofit/>
          </a:bodyPr>
          <a:lstStyle>
            <a:lvl1pPr lvl="0" algn="ctr">
              <a:spcBef>
                <a:spcPts val="0"/>
              </a:spcBef>
              <a:spcAft>
                <a:spcPts val="0"/>
              </a:spcAft>
              <a:buNone/>
              <a:defRPr sz="1400">
                <a:solidFill>
                  <a:srgbClr val="E28F53"/>
                </a:solidFill>
                <a:latin typeface="Lora"/>
                <a:ea typeface="Lora"/>
                <a:cs typeface="Lora"/>
                <a:sym typeface="Lora"/>
              </a:defRPr>
            </a:lvl1pPr>
            <a:lvl2pPr lvl="1">
              <a:spcBef>
                <a:spcPts val="0"/>
              </a:spcBef>
              <a:spcAft>
                <a:spcPts val="0"/>
              </a:spcAft>
              <a:buNone/>
              <a:defRPr>
                <a:latin typeface="Lora"/>
                <a:ea typeface="Lora"/>
                <a:cs typeface="Lora"/>
                <a:sym typeface="Lora"/>
              </a:defRPr>
            </a:lvl2pPr>
            <a:lvl3pPr lvl="2">
              <a:spcBef>
                <a:spcPts val="0"/>
              </a:spcBef>
              <a:spcAft>
                <a:spcPts val="0"/>
              </a:spcAft>
              <a:buNone/>
              <a:defRPr>
                <a:latin typeface="Lora"/>
                <a:ea typeface="Lora"/>
                <a:cs typeface="Lora"/>
                <a:sym typeface="Lora"/>
              </a:defRPr>
            </a:lvl3pPr>
            <a:lvl4pPr lvl="3">
              <a:spcBef>
                <a:spcPts val="0"/>
              </a:spcBef>
              <a:spcAft>
                <a:spcPts val="0"/>
              </a:spcAft>
              <a:buNone/>
              <a:defRPr>
                <a:latin typeface="Lora"/>
                <a:ea typeface="Lora"/>
                <a:cs typeface="Lora"/>
                <a:sym typeface="Lora"/>
              </a:defRPr>
            </a:lvl4pPr>
            <a:lvl5pPr lvl="4">
              <a:spcBef>
                <a:spcPts val="0"/>
              </a:spcBef>
              <a:spcAft>
                <a:spcPts val="0"/>
              </a:spcAft>
              <a:buNone/>
              <a:defRPr>
                <a:latin typeface="Lora"/>
                <a:ea typeface="Lora"/>
                <a:cs typeface="Lora"/>
                <a:sym typeface="Lora"/>
              </a:defRPr>
            </a:lvl5pPr>
            <a:lvl6pPr lvl="5">
              <a:spcBef>
                <a:spcPts val="0"/>
              </a:spcBef>
              <a:spcAft>
                <a:spcPts val="0"/>
              </a:spcAft>
              <a:buNone/>
              <a:defRPr>
                <a:latin typeface="Lora"/>
                <a:ea typeface="Lora"/>
                <a:cs typeface="Lora"/>
                <a:sym typeface="Lora"/>
              </a:defRPr>
            </a:lvl6pPr>
            <a:lvl7pPr lvl="6">
              <a:spcBef>
                <a:spcPts val="0"/>
              </a:spcBef>
              <a:spcAft>
                <a:spcPts val="0"/>
              </a:spcAft>
              <a:buNone/>
              <a:defRPr>
                <a:latin typeface="Lora"/>
                <a:ea typeface="Lora"/>
                <a:cs typeface="Lora"/>
                <a:sym typeface="Lora"/>
              </a:defRPr>
            </a:lvl7pPr>
            <a:lvl8pPr lvl="7">
              <a:spcBef>
                <a:spcPts val="0"/>
              </a:spcBef>
              <a:spcAft>
                <a:spcPts val="0"/>
              </a:spcAft>
              <a:buNone/>
              <a:defRPr>
                <a:latin typeface="Lora"/>
                <a:ea typeface="Lora"/>
                <a:cs typeface="Lora"/>
                <a:sym typeface="Lora"/>
              </a:defRPr>
            </a:lvl8pPr>
            <a:lvl9pPr lvl="8">
              <a:spcBef>
                <a:spcPts val="0"/>
              </a:spcBef>
              <a:spcAft>
                <a:spcPts val="0"/>
              </a:spcAft>
              <a:buNone/>
              <a:defRPr>
                <a:latin typeface="Lora"/>
                <a:ea typeface="Lora"/>
                <a:cs typeface="Lora"/>
                <a:sym typeface="Lora"/>
              </a:defRPr>
            </a:lvl9pPr>
          </a:lstStyle>
          <a:p/>
        </p:txBody>
      </p:sp>
      <p:sp>
        <p:nvSpPr>
          <p:cNvPr id="260" name="Google Shape;260;p7"/>
          <p:cNvSpPr txBox="1"/>
          <p:nvPr>
            <p:ph idx="2" type="body"/>
          </p:nvPr>
        </p:nvSpPr>
        <p:spPr>
          <a:xfrm>
            <a:off x="917250" y="1172200"/>
            <a:ext cx="7316400" cy="2427900"/>
          </a:xfrm>
          <a:prstGeom prst="rect">
            <a:avLst/>
          </a:prstGeom>
        </p:spPr>
        <p:txBody>
          <a:bodyPr anchorCtr="0" anchor="ctr" bIns="91425" lIns="91425" spcFirstLastPara="1" rIns="91425" wrap="square" tIns="91425">
            <a:normAutofit/>
          </a:bodyPr>
          <a:lstStyle>
            <a:lvl1pPr indent="-323850" lvl="0" marL="457200" rtl="0">
              <a:spcBef>
                <a:spcPts val="0"/>
              </a:spcBef>
              <a:spcAft>
                <a:spcPts val="0"/>
              </a:spcAft>
              <a:buSzPts val="1500"/>
              <a:buFont typeface="Lora"/>
              <a:buChar char="●"/>
              <a:defRPr sz="1500">
                <a:latin typeface="Lora"/>
                <a:ea typeface="Lora"/>
                <a:cs typeface="Lora"/>
                <a:sym typeface="Lora"/>
              </a:defRPr>
            </a:lvl1pPr>
            <a:lvl2pPr indent="-323850" lvl="1" marL="914400" rtl="0">
              <a:spcBef>
                <a:spcPts val="0"/>
              </a:spcBef>
              <a:spcAft>
                <a:spcPts val="0"/>
              </a:spcAft>
              <a:buSzPts val="1500"/>
              <a:buFont typeface="Lora"/>
              <a:buChar char="○"/>
              <a:defRPr sz="1500">
                <a:latin typeface="Lora"/>
                <a:ea typeface="Lora"/>
                <a:cs typeface="Lora"/>
                <a:sym typeface="Lora"/>
              </a:defRPr>
            </a:lvl2pPr>
            <a:lvl3pPr indent="-323850" lvl="2" marL="1371600" rtl="0">
              <a:spcBef>
                <a:spcPts val="0"/>
              </a:spcBef>
              <a:spcAft>
                <a:spcPts val="0"/>
              </a:spcAft>
              <a:buSzPts val="1500"/>
              <a:buFont typeface="Lora"/>
              <a:buChar char="■"/>
              <a:defRPr sz="1500">
                <a:latin typeface="Lora"/>
                <a:ea typeface="Lora"/>
                <a:cs typeface="Lora"/>
                <a:sym typeface="Lora"/>
              </a:defRPr>
            </a:lvl3pPr>
            <a:lvl4pPr indent="-323850" lvl="3" marL="1828800" rtl="0">
              <a:spcBef>
                <a:spcPts val="0"/>
              </a:spcBef>
              <a:spcAft>
                <a:spcPts val="0"/>
              </a:spcAft>
              <a:buSzPts val="1500"/>
              <a:buFont typeface="Lora"/>
              <a:buChar char="●"/>
              <a:defRPr sz="1500">
                <a:latin typeface="Lora"/>
                <a:ea typeface="Lora"/>
                <a:cs typeface="Lora"/>
                <a:sym typeface="Lora"/>
              </a:defRPr>
            </a:lvl4pPr>
            <a:lvl5pPr indent="-323850" lvl="4" marL="2286000" rtl="0">
              <a:spcBef>
                <a:spcPts val="0"/>
              </a:spcBef>
              <a:spcAft>
                <a:spcPts val="0"/>
              </a:spcAft>
              <a:buSzPts val="1500"/>
              <a:buFont typeface="Lora"/>
              <a:buChar char="○"/>
              <a:defRPr sz="1500">
                <a:latin typeface="Lora"/>
                <a:ea typeface="Lora"/>
                <a:cs typeface="Lora"/>
                <a:sym typeface="Lora"/>
              </a:defRPr>
            </a:lvl5pPr>
            <a:lvl6pPr indent="-323850" lvl="5" marL="2743200" rtl="0">
              <a:spcBef>
                <a:spcPts val="0"/>
              </a:spcBef>
              <a:spcAft>
                <a:spcPts val="0"/>
              </a:spcAft>
              <a:buSzPts val="1500"/>
              <a:buFont typeface="Lora"/>
              <a:buChar char="■"/>
              <a:defRPr sz="1500">
                <a:latin typeface="Lora"/>
                <a:ea typeface="Lora"/>
                <a:cs typeface="Lora"/>
                <a:sym typeface="Lora"/>
              </a:defRPr>
            </a:lvl6pPr>
            <a:lvl7pPr indent="-323850" lvl="6" marL="3200400" rtl="0">
              <a:spcBef>
                <a:spcPts val="0"/>
              </a:spcBef>
              <a:spcAft>
                <a:spcPts val="0"/>
              </a:spcAft>
              <a:buSzPts val="1500"/>
              <a:buFont typeface="Lora"/>
              <a:buChar char="●"/>
              <a:defRPr sz="1500">
                <a:latin typeface="Lora"/>
                <a:ea typeface="Lora"/>
                <a:cs typeface="Lora"/>
                <a:sym typeface="Lora"/>
              </a:defRPr>
            </a:lvl7pPr>
            <a:lvl8pPr indent="-323850" lvl="7" marL="3657600" rtl="0">
              <a:spcBef>
                <a:spcPts val="0"/>
              </a:spcBef>
              <a:spcAft>
                <a:spcPts val="0"/>
              </a:spcAft>
              <a:buSzPts val="1500"/>
              <a:buFont typeface="Lora"/>
              <a:buChar char="○"/>
              <a:defRPr sz="1500">
                <a:latin typeface="Lora"/>
                <a:ea typeface="Lora"/>
                <a:cs typeface="Lora"/>
                <a:sym typeface="Lora"/>
              </a:defRPr>
            </a:lvl8pPr>
            <a:lvl9pPr indent="-323850" lvl="8" marL="4114800" rtl="0">
              <a:spcBef>
                <a:spcPts val="0"/>
              </a:spcBef>
              <a:spcAft>
                <a:spcPts val="0"/>
              </a:spcAft>
              <a:buSzPts val="1500"/>
              <a:buFont typeface="Lora"/>
              <a:buChar char="■"/>
              <a:defRPr sz="1500">
                <a:latin typeface="Lora"/>
                <a:ea typeface="Lora"/>
                <a:cs typeface="Lora"/>
                <a:sym typeface="Lora"/>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1" name="Shape 261"/>
        <p:cNvGrpSpPr/>
        <p:nvPr/>
      </p:nvGrpSpPr>
      <p:grpSpPr>
        <a:xfrm>
          <a:off x="0" y="0"/>
          <a:ext cx="0" cy="0"/>
          <a:chOff x="0" y="0"/>
          <a:chExt cx="0" cy="0"/>
        </a:xfrm>
      </p:grpSpPr>
      <p:sp>
        <p:nvSpPr>
          <p:cNvPr id="262" name="Google Shape;262;p8"/>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263" name="Google Shape;263;p8"/>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264" name="Google Shape;264;p8"/>
          <p:cNvSpPr/>
          <p:nvPr/>
        </p:nvSpPr>
        <p:spPr>
          <a:xfrm rot="8100000">
            <a:off x="1847981" y="4252969"/>
            <a:ext cx="122612" cy="122612"/>
          </a:xfrm>
          <a:prstGeom prst="teardrop">
            <a:avLst>
              <a:gd fmla="val 100000" name="adj"/>
            </a:avLst>
          </a:prstGeom>
          <a:solidFill>
            <a:srgbClr val="E28F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rot="8100000">
            <a:off x="6038981" y="4536819"/>
            <a:ext cx="122612" cy="122612"/>
          </a:xfrm>
          <a:prstGeom prst="teardrop">
            <a:avLst>
              <a:gd fmla="val 100000" name="adj"/>
            </a:avLst>
          </a:prstGeom>
          <a:noFill/>
          <a:ln cap="flat" cmpd="sng" w="28575">
            <a:solidFill>
              <a:srgbClr val="E28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rot="8100000">
            <a:off x="7181981" y="45701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7" name="Google Shape;267;p8"/>
          <p:cNvGrpSpPr/>
          <p:nvPr/>
        </p:nvGrpSpPr>
        <p:grpSpPr>
          <a:xfrm>
            <a:off x="-9525" y="4462475"/>
            <a:ext cx="9167825" cy="595300"/>
            <a:chOff x="-9525" y="4462475"/>
            <a:chExt cx="9167825" cy="595300"/>
          </a:xfrm>
        </p:grpSpPr>
        <p:sp>
          <p:nvSpPr>
            <p:cNvPr id="268" name="Google Shape;268;p8"/>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269" name="Google Shape;269;p8"/>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270" name="Google Shape;270;p8"/>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271" name="Google Shape;271;p8"/>
          <p:cNvGrpSpPr/>
          <p:nvPr/>
        </p:nvGrpSpPr>
        <p:grpSpPr>
          <a:xfrm>
            <a:off x="-42837" y="4443488"/>
            <a:ext cx="9229575" cy="642787"/>
            <a:chOff x="-42837" y="4443488"/>
            <a:chExt cx="9229575" cy="642787"/>
          </a:xfrm>
        </p:grpSpPr>
        <p:sp>
          <p:nvSpPr>
            <p:cNvPr id="272" name="Google Shape;272;p8"/>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8"/>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8"/>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8"/>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8"/>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8"/>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8"/>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8"/>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8"/>
          <p:cNvSpPr/>
          <p:nvPr/>
        </p:nvSpPr>
        <p:spPr>
          <a:xfrm>
            <a:off x="2990700" y="45862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1085700" y="48719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p:nvPr/>
        </p:nvSpPr>
        <p:spPr>
          <a:xfrm>
            <a:off x="4895700" y="45160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
          <p:cNvSpPr/>
          <p:nvPr/>
        </p:nvSpPr>
        <p:spPr>
          <a:xfrm rot="8100000">
            <a:off x="8699949" y="4329169"/>
            <a:ext cx="122612" cy="122612"/>
          </a:xfrm>
          <a:prstGeom prst="teardrop">
            <a:avLst>
              <a:gd fmla="val 100000" name="adj"/>
            </a:avLst>
          </a:prstGeom>
          <a:noFill/>
          <a:ln cap="flat" cmpd="sng" w="28575">
            <a:solidFill>
              <a:srgbClr val="E28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1" name="Shape 301"/>
        <p:cNvGrpSpPr/>
        <p:nvPr/>
      </p:nvGrpSpPr>
      <p:grpSpPr>
        <a:xfrm>
          <a:off x="0" y="0"/>
          <a:ext cx="0" cy="0"/>
          <a:chOff x="0" y="0"/>
          <a:chExt cx="0" cy="0"/>
        </a:xfrm>
      </p:grpSpPr>
      <p:sp>
        <p:nvSpPr>
          <p:cNvPr id="302" name="Google Shape;302;p9"/>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E28F53"/>
          </a:solidFill>
          <a:ln>
            <a:noFill/>
          </a:ln>
        </p:spPr>
      </p:sp>
      <p:sp>
        <p:nvSpPr>
          <p:cNvPr id="303" name="Google Shape;303;p9"/>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418B9A"/>
          </a:solidFill>
          <a:ln>
            <a:noFill/>
          </a:ln>
        </p:spPr>
      </p:sp>
      <p:sp>
        <p:nvSpPr>
          <p:cNvPr id="304" name="Google Shape;304;p9"/>
          <p:cNvSpPr/>
          <p:nvPr/>
        </p:nvSpPr>
        <p:spPr>
          <a:xfrm rot="8100000">
            <a:off x="1847981" y="4252969"/>
            <a:ext cx="122612" cy="122612"/>
          </a:xfrm>
          <a:prstGeom prst="teardrop">
            <a:avLst>
              <a:gd fmla="val 100000" name="adj"/>
            </a:avLst>
          </a:prstGeom>
          <a:solidFill>
            <a:srgbClr val="418B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9"/>
          <p:cNvSpPr/>
          <p:nvPr/>
        </p:nvSpPr>
        <p:spPr>
          <a:xfrm rot="8100000">
            <a:off x="6038981" y="4536819"/>
            <a:ext cx="122612" cy="122612"/>
          </a:xfrm>
          <a:prstGeom prst="teardrop">
            <a:avLst>
              <a:gd fmla="val 100000" name="adj"/>
            </a:avLst>
          </a:prstGeom>
          <a:noFill/>
          <a:ln cap="flat" cmpd="sng" w="28575">
            <a:solidFill>
              <a:srgbClr val="418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9"/>
          <p:cNvSpPr/>
          <p:nvPr/>
        </p:nvSpPr>
        <p:spPr>
          <a:xfrm rot="8100000">
            <a:off x="7181981" y="45701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7" name="Google Shape;307;p9"/>
          <p:cNvGrpSpPr/>
          <p:nvPr/>
        </p:nvGrpSpPr>
        <p:grpSpPr>
          <a:xfrm>
            <a:off x="-9525" y="4462475"/>
            <a:ext cx="9167825" cy="595300"/>
            <a:chOff x="-9525" y="4462475"/>
            <a:chExt cx="9167825" cy="595300"/>
          </a:xfrm>
        </p:grpSpPr>
        <p:sp>
          <p:nvSpPr>
            <p:cNvPr id="308" name="Google Shape;308;p9"/>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309" name="Google Shape;309;p9"/>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310" name="Google Shape;310;p9"/>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311" name="Google Shape;311;p9"/>
          <p:cNvGrpSpPr/>
          <p:nvPr/>
        </p:nvGrpSpPr>
        <p:grpSpPr>
          <a:xfrm>
            <a:off x="-42837" y="4443488"/>
            <a:ext cx="9229575" cy="642787"/>
            <a:chOff x="-42837" y="4443488"/>
            <a:chExt cx="9229575" cy="642787"/>
          </a:xfrm>
        </p:grpSpPr>
        <p:sp>
          <p:nvSpPr>
            <p:cNvPr id="312" name="Google Shape;312;p9"/>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9"/>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9"/>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9"/>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9"/>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9"/>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9"/>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9"/>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9"/>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9"/>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9"/>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9"/>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9"/>
          <p:cNvSpPr/>
          <p:nvPr/>
        </p:nvSpPr>
        <p:spPr>
          <a:xfrm>
            <a:off x="2990700" y="45862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9"/>
          <p:cNvSpPr/>
          <p:nvPr/>
        </p:nvSpPr>
        <p:spPr>
          <a:xfrm>
            <a:off x="1085700" y="48719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9"/>
          <p:cNvSpPr/>
          <p:nvPr/>
        </p:nvSpPr>
        <p:spPr>
          <a:xfrm>
            <a:off x="4895700" y="45160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rot="8100000">
            <a:off x="8699949" y="4329169"/>
            <a:ext cx="122612" cy="122612"/>
          </a:xfrm>
          <a:prstGeom prst="teardrop">
            <a:avLst>
              <a:gd fmla="val 100000" name="adj"/>
            </a:avLst>
          </a:prstGeom>
          <a:noFill/>
          <a:ln cap="flat" cmpd="sng" w="28575">
            <a:solidFill>
              <a:srgbClr val="AFF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l graph 2">
  <p:cSld name="BLANK_2_2">
    <p:spTree>
      <p:nvGrpSpPr>
        <p:cNvPr id="341" name="Shape 341"/>
        <p:cNvGrpSpPr/>
        <p:nvPr/>
      </p:nvGrpSpPr>
      <p:grpSpPr>
        <a:xfrm>
          <a:off x="0" y="0"/>
          <a:ext cx="0" cy="0"/>
          <a:chOff x="0" y="0"/>
          <a:chExt cx="0" cy="0"/>
        </a:xfrm>
      </p:grpSpPr>
      <p:sp>
        <p:nvSpPr>
          <p:cNvPr id="342" name="Google Shape;342;p10"/>
          <p:cNvSpPr/>
          <p:nvPr/>
        </p:nvSpPr>
        <p:spPr>
          <a:xfrm>
            <a:off x="-20075" y="636775"/>
            <a:ext cx="9203950" cy="4550900"/>
          </a:xfrm>
          <a:custGeom>
            <a:rect b="b" l="l" r="r" t="t"/>
            <a:pathLst>
              <a:path extrusionOk="0" h="182036" w="368158">
                <a:moveTo>
                  <a:pt x="41" y="263"/>
                </a:moveTo>
                <a:lnTo>
                  <a:pt x="16234" y="11294"/>
                </a:lnTo>
                <a:lnTo>
                  <a:pt x="31283" y="5122"/>
                </a:lnTo>
                <a:lnTo>
                  <a:pt x="62144" y="4991"/>
                </a:lnTo>
                <a:lnTo>
                  <a:pt x="77384" y="0"/>
                </a:lnTo>
                <a:lnTo>
                  <a:pt x="92624" y="13527"/>
                </a:lnTo>
                <a:lnTo>
                  <a:pt x="107674" y="21276"/>
                </a:lnTo>
                <a:lnTo>
                  <a:pt x="122723" y="21145"/>
                </a:lnTo>
                <a:lnTo>
                  <a:pt x="138725" y="10375"/>
                </a:lnTo>
                <a:lnTo>
                  <a:pt x="153775" y="7880"/>
                </a:lnTo>
                <a:lnTo>
                  <a:pt x="168443" y="2349"/>
                </a:lnTo>
                <a:lnTo>
                  <a:pt x="184064" y="14841"/>
                </a:lnTo>
                <a:lnTo>
                  <a:pt x="199304" y="15274"/>
                </a:lnTo>
                <a:lnTo>
                  <a:pt x="214354" y="25085"/>
                </a:lnTo>
                <a:lnTo>
                  <a:pt x="229784" y="25085"/>
                </a:lnTo>
                <a:lnTo>
                  <a:pt x="245786" y="20094"/>
                </a:lnTo>
                <a:lnTo>
                  <a:pt x="260836" y="20094"/>
                </a:lnTo>
                <a:lnTo>
                  <a:pt x="275123" y="11426"/>
                </a:lnTo>
                <a:lnTo>
                  <a:pt x="291316" y="16810"/>
                </a:lnTo>
                <a:lnTo>
                  <a:pt x="305603" y="8143"/>
                </a:lnTo>
                <a:lnTo>
                  <a:pt x="336464" y="8012"/>
                </a:lnTo>
                <a:lnTo>
                  <a:pt x="351514" y="11294"/>
                </a:lnTo>
                <a:lnTo>
                  <a:pt x="367325" y="2758"/>
                </a:lnTo>
                <a:lnTo>
                  <a:pt x="368158" y="181769"/>
                </a:lnTo>
                <a:lnTo>
                  <a:pt x="0" y="182036"/>
                </a:lnTo>
                <a:close/>
              </a:path>
            </a:pathLst>
          </a:custGeom>
          <a:solidFill>
            <a:srgbClr val="418B9A"/>
          </a:solidFill>
          <a:ln>
            <a:noFill/>
          </a:ln>
        </p:spPr>
      </p:sp>
      <p:sp>
        <p:nvSpPr>
          <p:cNvPr id="343" name="Google Shape;343;p10"/>
          <p:cNvSpPr/>
          <p:nvPr/>
        </p:nvSpPr>
        <p:spPr>
          <a:xfrm>
            <a:off x="-33475" y="768100"/>
            <a:ext cx="9210650" cy="4406200"/>
          </a:xfrm>
          <a:custGeom>
            <a:rect b="b" l="l" r="r" t="t"/>
            <a:pathLst>
              <a:path extrusionOk="0" h="176248" w="368426">
                <a:moveTo>
                  <a:pt x="577" y="5516"/>
                </a:moveTo>
                <a:lnTo>
                  <a:pt x="16960" y="11214"/>
                </a:lnTo>
                <a:lnTo>
                  <a:pt x="47440" y="11214"/>
                </a:lnTo>
                <a:lnTo>
                  <a:pt x="62680" y="6843"/>
                </a:lnTo>
                <a:lnTo>
                  <a:pt x="77920" y="16156"/>
                </a:lnTo>
                <a:lnTo>
                  <a:pt x="93160" y="16156"/>
                </a:lnTo>
                <a:lnTo>
                  <a:pt x="107638" y="11214"/>
                </a:lnTo>
                <a:lnTo>
                  <a:pt x="122878" y="8173"/>
                </a:lnTo>
                <a:lnTo>
                  <a:pt x="138880" y="8173"/>
                </a:lnTo>
                <a:lnTo>
                  <a:pt x="154120" y="10834"/>
                </a:lnTo>
                <a:lnTo>
                  <a:pt x="168979" y="7603"/>
                </a:lnTo>
                <a:lnTo>
                  <a:pt x="184219" y="12734"/>
                </a:lnTo>
                <a:lnTo>
                  <a:pt x="199840" y="20527"/>
                </a:lnTo>
                <a:lnTo>
                  <a:pt x="214318" y="15205"/>
                </a:lnTo>
                <a:lnTo>
                  <a:pt x="229939" y="15205"/>
                </a:lnTo>
                <a:lnTo>
                  <a:pt x="245560" y="5892"/>
                </a:lnTo>
                <a:lnTo>
                  <a:pt x="260800" y="11214"/>
                </a:lnTo>
                <a:lnTo>
                  <a:pt x="276040" y="11214"/>
                </a:lnTo>
                <a:lnTo>
                  <a:pt x="291280" y="6843"/>
                </a:lnTo>
                <a:lnTo>
                  <a:pt x="321760" y="6843"/>
                </a:lnTo>
                <a:lnTo>
                  <a:pt x="337000" y="15966"/>
                </a:lnTo>
                <a:lnTo>
                  <a:pt x="351478" y="12734"/>
                </a:lnTo>
                <a:lnTo>
                  <a:pt x="367861" y="0"/>
                </a:lnTo>
                <a:lnTo>
                  <a:pt x="368426" y="176248"/>
                </a:lnTo>
                <a:lnTo>
                  <a:pt x="0" y="176248"/>
                </a:lnTo>
                <a:close/>
              </a:path>
            </a:pathLst>
          </a:custGeom>
          <a:solidFill>
            <a:srgbClr val="E28F53"/>
          </a:solidFill>
          <a:ln>
            <a:noFill/>
          </a:ln>
        </p:spPr>
      </p:sp>
      <p:sp>
        <p:nvSpPr>
          <p:cNvPr id="344" name="Google Shape;344;p10"/>
          <p:cNvSpPr/>
          <p:nvPr/>
        </p:nvSpPr>
        <p:spPr>
          <a:xfrm rot="8100000">
            <a:off x="1847981" y="442969"/>
            <a:ext cx="122612" cy="122612"/>
          </a:xfrm>
          <a:prstGeom prst="teardrop">
            <a:avLst>
              <a:gd fmla="val 10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0"/>
          <p:cNvSpPr/>
          <p:nvPr/>
        </p:nvSpPr>
        <p:spPr>
          <a:xfrm rot="8100000">
            <a:off x="6038981" y="726819"/>
            <a:ext cx="122612" cy="122612"/>
          </a:xfrm>
          <a:prstGeom prst="teardrop">
            <a:avLst>
              <a:gd fmla="val 100000"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0"/>
          <p:cNvSpPr/>
          <p:nvPr/>
        </p:nvSpPr>
        <p:spPr>
          <a:xfrm rot="8100000">
            <a:off x="7181981" y="7601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 name="Google Shape;347;p10"/>
          <p:cNvGrpSpPr/>
          <p:nvPr/>
        </p:nvGrpSpPr>
        <p:grpSpPr>
          <a:xfrm>
            <a:off x="-9525" y="652475"/>
            <a:ext cx="9167825" cy="595300"/>
            <a:chOff x="-9525" y="4462475"/>
            <a:chExt cx="9167825" cy="595300"/>
          </a:xfrm>
        </p:grpSpPr>
        <p:sp>
          <p:nvSpPr>
            <p:cNvPr id="348" name="Google Shape;348;p10"/>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349" name="Google Shape;349;p10"/>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350" name="Google Shape;350;p10"/>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351" name="Google Shape;351;p10"/>
          <p:cNvGrpSpPr/>
          <p:nvPr/>
        </p:nvGrpSpPr>
        <p:grpSpPr>
          <a:xfrm>
            <a:off x="-42837" y="633488"/>
            <a:ext cx="9229575" cy="642788"/>
            <a:chOff x="-42837" y="4443488"/>
            <a:chExt cx="9229575" cy="642788"/>
          </a:xfrm>
        </p:grpSpPr>
        <p:sp>
          <p:nvSpPr>
            <p:cNvPr id="352" name="Google Shape;352;p10"/>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0"/>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0"/>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0"/>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0"/>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0"/>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0"/>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0"/>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0"/>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0"/>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0"/>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0"/>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0"/>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0"/>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0"/>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0"/>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0"/>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0"/>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0"/>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0"/>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0"/>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0"/>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0"/>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0"/>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7" name="Google Shape;377;p10"/>
          <p:cNvSpPr/>
          <p:nvPr/>
        </p:nvSpPr>
        <p:spPr>
          <a:xfrm>
            <a:off x="2990700" y="7762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0"/>
          <p:cNvSpPr/>
          <p:nvPr/>
        </p:nvSpPr>
        <p:spPr>
          <a:xfrm>
            <a:off x="1085700" y="10619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0"/>
          <p:cNvSpPr/>
          <p:nvPr/>
        </p:nvSpPr>
        <p:spPr>
          <a:xfrm>
            <a:off x="4895700" y="7060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0"/>
          <p:cNvSpPr/>
          <p:nvPr/>
        </p:nvSpPr>
        <p:spPr>
          <a:xfrm rot="8100000">
            <a:off x="8699949" y="519169"/>
            <a:ext cx="122612" cy="122612"/>
          </a:xfrm>
          <a:prstGeom prst="teardrop">
            <a:avLst>
              <a:gd fmla="val 100000"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0"/>
          <p:cNvSpPr txBox="1"/>
          <p:nvPr>
            <p:ph idx="1" type="subTitle"/>
          </p:nvPr>
        </p:nvSpPr>
        <p:spPr>
          <a:xfrm>
            <a:off x="2298300" y="652513"/>
            <a:ext cx="4547100" cy="595200"/>
          </a:xfrm>
          <a:prstGeom prst="rect">
            <a:avLst/>
          </a:prstGeom>
          <a:solidFill>
            <a:schemeClr val="lt1"/>
          </a:solidFill>
          <a:ln cap="flat" cmpd="sng" w="76200">
            <a:solidFill>
              <a:srgbClr val="418B9A"/>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l graph 1">
  <p:cSld name="BLANK_2_1">
    <p:spTree>
      <p:nvGrpSpPr>
        <p:cNvPr id="382" name="Shape 382"/>
        <p:cNvGrpSpPr/>
        <p:nvPr/>
      </p:nvGrpSpPr>
      <p:grpSpPr>
        <a:xfrm>
          <a:off x="0" y="0"/>
          <a:ext cx="0" cy="0"/>
          <a:chOff x="0" y="0"/>
          <a:chExt cx="0" cy="0"/>
        </a:xfrm>
      </p:grpSpPr>
      <p:sp>
        <p:nvSpPr>
          <p:cNvPr id="383" name="Google Shape;383;p11"/>
          <p:cNvSpPr/>
          <p:nvPr/>
        </p:nvSpPr>
        <p:spPr>
          <a:xfrm>
            <a:off x="-20075" y="636775"/>
            <a:ext cx="9203950" cy="4550900"/>
          </a:xfrm>
          <a:custGeom>
            <a:rect b="b" l="l" r="r" t="t"/>
            <a:pathLst>
              <a:path extrusionOk="0" h="182036" w="368158">
                <a:moveTo>
                  <a:pt x="41" y="263"/>
                </a:moveTo>
                <a:lnTo>
                  <a:pt x="16234" y="11294"/>
                </a:lnTo>
                <a:lnTo>
                  <a:pt x="31283" y="5122"/>
                </a:lnTo>
                <a:lnTo>
                  <a:pt x="62144" y="4991"/>
                </a:lnTo>
                <a:lnTo>
                  <a:pt x="77384" y="0"/>
                </a:lnTo>
                <a:lnTo>
                  <a:pt x="92624" y="13527"/>
                </a:lnTo>
                <a:lnTo>
                  <a:pt x="107674" y="21276"/>
                </a:lnTo>
                <a:lnTo>
                  <a:pt x="122723" y="21145"/>
                </a:lnTo>
                <a:lnTo>
                  <a:pt x="138725" y="10375"/>
                </a:lnTo>
                <a:lnTo>
                  <a:pt x="153775" y="7880"/>
                </a:lnTo>
                <a:lnTo>
                  <a:pt x="168443" y="2349"/>
                </a:lnTo>
                <a:lnTo>
                  <a:pt x="184064" y="14841"/>
                </a:lnTo>
                <a:lnTo>
                  <a:pt x="199304" y="15274"/>
                </a:lnTo>
                <a:lnTo>
                  <a:pt x="214354" y="25085"/>
                </a:lnTo>
                <a:lnTo>
                  <a:pt x="229784" y="25085"/>
                </a:lnTo>
                <a:lnTo>
                  <a:pt x="245786" y="20094"/>
                </a:lnTo>
                <a:lnTo>
                  <a:pt x="260836" y="20094"/>
                </a:lnTo>
                <a:lnTo>
                  <a:pt x="275123" y="11426"/>
                </a:lnTo>
                <a:lnTo>
                  <a:pt x="291316" y="16810"/>
                </a:lnTo>
                <a:lnTo>
                  <a:pt x="305603" y="8143"/>
                </a:lnTo>
                <a:lnTo>
                  <a:pt x="336464" y="8012"/>
                </a:lnTo>
                <a:lnTo>
                  <a:pt x="351514" y="11294"/>
                </a:lnTo>
                <a:lnTo>
                  <a:pt x="367325" y="2758"/>
                </a:lnTo>
                <a:lnTo>
                  <a:pt x="368158" y="181769"/>
                </a:lnTo>
                <a:lnTo>
                  <a:pt x="0" y="182036"/>
                </a:lnTo>
                <a:close/>
              </a:path>
            </a:pathLst>
          </a:custGeom>
          <a:solidFill>
            <a:srgbClr val="418B9A"/>
          </a:solidFill>
          <a:ln>
            <a:noFill/>
          </a:ln>
        </p:spPr>
      </p:sp>
      <p:sp>
        <p:nvSpPr>
          <p:cNvPr id="384" name="Google Shape;384;p11"/>
          <p:cNvSpPr/>
          <p:nvPr/>
        </p:nvSpPr>
        <p:spPr>
          <a:xfrm>
            <a:off x="-33475" y="768100"/>
            <a:ext cx="9210650" cy="4406200"/>
          </a:xfrm>
          <a:custGeom>
            <a:rect b="b" l="l" r="r" t="t"/>
            <a:pathLst>
              <a:path extrusionOk="0" h="176248" w="368426">
                <a:moveTo>
                  <a:pt x="577" y="5516"/>
                </a:moveTo>
                <a:lnTo>
                  <a:pt x="16960" y="11214"/>
                </a:lnTo>
                <a:lnTo>
                  <a:pt x="47440" y="11214"/>
                </a:lnTo>
                <a:lnTo>
                  <a:pt x="62680" y="6843"/>
                </a:lnTo>
                <a:lnTo>
                  <a:pt x="77920" y="16156"/>
                </a:lnTo>
                <a:lnTo>
                  <a:pt x="93160" y="16156"/>
                </a:lnTo>
                <a:lnTo>
                  <a:pt x="107638" y="11214"/>
                </a:lnTo>
                <a:lnTo>
                  <a:pt x="122878" y="8173"/>
                </a:lnTo>
                <a:lnTo>
                  <a:pt x="138880" y="8173"/>
                </a:lnTo>
                <a:lnTo>
                  <a:pt x="154120" y="10834"/>
                </a:lnTo>
                <a:lnTo>
                  <a:pt x="168979" y="7603"/>
                </a:lnTo>
                <a:lnTo>
                  <a:pt x="184219" y="12734"/>
                </a:lnTo>
                <a:lnTo>
                  <a:pt x="199840" y="20527"/>
                </a:lnTo>
                <a:lnTo>
                  <a:pt x="214318" y="15205"/>
                </a:lnTo>
                <a:lnTo>
                  <a:pt x="229939" y="15205"/>
                </a:lnTo>
                <a:lnTo>
                  <a:pt x="245560" y="5892"/>
                </a:lnTo>
                <a:lnTo>
                  <a:pt x="260800" y="11214"/>
                </a:lnTo>
                <a:lnTo>
                  <a:pt x="276040" y="11214"/>
                </a:lnTo>
                <a:lnTo>
                  <a:pt x="291280" y="6843"/>
                </a:lnTo>
                <a:lnTo>
                  <a:pt x="321760" y="6843"/>
                </a:lnTo>
                <a:lnTo>
                  <a:pt x="337000" y="15966"/>
                </a:lnTo>
                <a:lnTo>
                  <a:pt x="351478" y="12734"/>
                </a:lnTo>
                <a:lnTo>
                  <a:pt x="367861" y="0"/>
                </a:lnTo>
                <a:lnTo>
                  <a:pt x="368426" y="176248"/>
                </a:lnTo>
                <a:lnTo>
                  <a:pt x="0" y="176248"/>
                </a:lnTo>
                <a:close/>
              </a:path>
            </a:pathLst>
          </a:custGeom>
          <a:solidFill>
            <a:srgbClr val="E28F53"/>
          </a:solidFill>
          <a:ln>
            <a:noFill/>
          </a:ln>
        </p:spPr>
      </p:sp>
      <p:sp>
        <p:nvSpPr>
          <p:cNvPr id="385" name="Google Shape;385;p11"/>
          <p:cNvSpPr/>
          <p:nvPr/>
        </p:nvSpPr>
        <p:spPr>
          <a:xfrm rot="8100000">
            <a:off x="1847981" y="442969"/>
            <a:ext cx="122612" cy="122612"/>
          </a:xfrm>
          <a:prstGeom prst="teardrop">
            <a:avLst>
              <a:gd fmla="val 10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1"/>
          <p:cNvSpPr/>
          <p:nvPr/>
        </p:nvSpPr>
        <p:spPr>
          <a:xfrm rot="8100000">
            <a:off x="6038981" y="726819"/>
            <a:ext cx="122612" cy="122612"/>
          </a:xfrm>
          <a:prstGeom prst="teardrop">
            <a:avLst>
              <a:gd fmla="val 100000"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1"/>
          <p:cNvSpPr/>
          <p:nvPr/>
        </p:nvSpPr>
        <p:spPr>
          <a:xfrm rot="8100000">
            <a:off x="7181981" y="7601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 name="Google Shape;388;p11"/>
          <p:cNvGrpSpPr/>
          <p:nvPr/>
        </p:nvGrpSpPr>
        <p:grpSpPr>
          <a:xfrm>
            <a:off x="-9525" y="652475"/>
            <a:ext cx="9167825" cy="595300"/>
            <a:chOff x="-9525" y="4462475"/>
            <a:chExt cx="9167825" cy="595300"/>
          </a:xfrm>
        </p:grpSpPr>
        <p:sp>
          <p:nvSpPr>
            <p:cNvPr id="389" name="Google Shape;389;p11"/>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390" name="Google Shape;390;p11"/>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391" name="Google Shape;391;p11"/>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392" name="Google Shape;392;p11"/>
          <p:cNvGrpSpPr/>
          <p:nvPr/>
        </p:nvGrpSpPr>
        <p:grpSpPr>
          <a:xfrm>
            <a:off x="-42837" y="633488"/>
            <a:ext cx="9229575" cy="642788"/>
            <a:chOff x="-42837" y="4443488"/>
            <a:chExt cx="9229575" cy="642788"/>
          </a:xfrm>
        </p:grpSpPr>
        <p:sp>
          <p:nvSpPr>
            <p:cNvPr id="393" name="Google Shape;393;p11"/>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1"/>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1"/>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1"/>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1"/>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1"/>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1"/>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1"/>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1"/>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1"/>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1"/>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1"/>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1"/>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1"/>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1"/>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1"/>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1"/>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1"/>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1"/>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1"/>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1"/>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1"/>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1"/>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1"/>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1"/>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8" name="Google Shape;418;p11"/>
          <p:cNvSpPr/>
          <p:nvPr/>
        </p:nvSpPr>
        <p:spPr>
          <a:xfrm>
            <a:off x="2990700" y="7762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1"/>
          <p:cNvSpPr/>
          <p:nvPr/>
        </p:nvSpPr>
        <p:spPr>
          <a:xfrm>
            <a:off x="1085700" y="10619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1"/>
          <p:cNvSpPr/>
          <p:nvPr/>
        </p:nvSpPr>
        <p:spPr>
          <a:xfrm>
            <a:off x="4895700" y="7060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1"/>
          <p:cNvSpPr/>
          <p:nvPr/>
        </p:nvSpPr>
        <p:spPr>
          <a:xfrm rot="8100000">
            <a:off x="8699949" y="519169"/>
            <a:ext cx="122612" cy="122612"/>
          </a:xfrm>
          <a:prstGeom prst="teardrop">
            <a:avLst>
              <a:gd fmla="val 100000"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1"/>
          <p:cNvSpPr txBox="1"/>
          <p:nvPr>
            <p:ph type="title"/>
          </p:nvPr>
        </p:nvSpPr>
        <p:spPr>
          <a:xfrm>
            <a:off x="2530188" y="2286875"/>
            <a:ext cx="4088400" cy="125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400"/>
              <a:buNone/>
              <a:defRPr sz="3400">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 blank">
  <p:cSld name="BLANK_1">
    <p:spTree>
      <p:nvGrpSpPr>
        <p:cNvPr id="423" name="Shape 42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47750" y="634125"/>
            <a:ext cx="6996600" cy="715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1pPr>
            <a:lvl2pPr lvl="1"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2pPr>
            <a:lvl3pPr lvl="2"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3pPr>
            <a:lvl4pPr lvl="3"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4pPr>
            <a:lvl5pPr lvl="4"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5pPr>
            <a:lvl6pPr lvl="5"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6pPr>
            <a:lvl7pPr lvl="6"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7pPr>
            <a:lvl8pPr lvl="7"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8pPr>
            <a:lvl9pPr lvl="8"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9pPr>
          </a:lstStyle>
          <a:p/>
        </p:txBody>
      </p:sp>
      <p:sp>
        <p:nvSpPr>
          <p:cNvPr id="7" name="Google Shape;7;p1"/>
          <p:cNvSpPr txBox="1"/>
          <p:nvPr>
            <p:ph idx="1" type="body"/>
          </p:nvPr>
        </p:nvSpPr>
        <p:spPr>
          <a:xfrm>
            <a:off x="908575" y="927550"/>
            <a:ext cx="7316400" cy="3363300"/>
          </a:xfrm>
          <a:prstGeom prst="rect">
            <a:avLst/>
          </a:prstGeom>
          <a:noFill/>
          <a:ln>
            <a:noFill/>
          </a:ln>
        </p:spPr>
        <p:txBody>
          <a:bodyPr anchorCtr="0" anchor="ctr" bIns="91425" lIns="91425" spcFirstLastPara="1" rIns="91425" wrap="square" tIns="91425">
            <a:normAutofit/>
          </a:bodyPr>
          <a:lstStyle>
            <a:lvl1pPr indent="-323850" lvl="0" marL="457200" rtl="0">
              <a:spcBef>
                <a:spcPts val="0"/>
              </a:spcBef>
              <a:spcAft>
                <a:spcPts val="0"/>
              </a:spcAft>
              <a:buSzPts val="1500"/>
              <a:buFont typeface="Lora"/>
              <a:buChar char="●"/>
              <a:defRPr sz="1500">
                <a:latin typeface="Lora"/>
                <a:ea typeface="Lora"/>
                <a:cs typeface="Lora"/>
                <a:sym typeface="Lora"/>
              </a:defRPr>
            </a:lvl1pPr>
            <a:lvl2pPr indent="-323850" lvl="1" marL="914400" rtl="0">
              <a:spcBef>
                <a:spcPts val="0"/>
              </a:spcBef>
              <a:spcAft>
                <a:spcPts val="0"/>
              </a:spcAft>
              <a:buClr>
                <a:schemeClr val="dk1"/>
              </a:buClr>
              <a:buSzPts val="1500"/>
              <a:buFont typeface="Lora"/>
              <a:buChar char="○"/>
              <a:defRPr sz="1500">
                <a:solidFill>
                  <a:schemeClr val="dk1"/>
                </a:solidFill>
                <a:latin typeface="Lora"/>
                <a:ea typeface="Lora"/>
                <a:cs typeface="Lora"/>
                <a:sym typeface="Lora"/>
              </a:defRPr>
            </a:lvl2pPr>
            <a:lvl3pPr indent="-323850" lvl="2" marL="1371600" rtl="0">
              <a:spcBef>
                <a:spcPts val="0"/>
              </a:spcBef>
              <a:spcAft>
                <a:spcPts val="0"/>
              </a:spcAft>
              <a:buSzPts val="1500"/>
              <a:buFont typeface="Lora"/>
              <a:buChar char="■"/>
              <a:defRPr sz="1500">
                <a:latin typeface="Lora"/>
                <a:ea typeface="Lora"/>
                <a:cs typeface="Lora"/>
                <a:sym typeface="Lora"/>
              </a:defRPr>
            </a:lvl3pPr>
            <a:lvl4pPr indent="-323850" lvl="3" marL="1828800" rtl="0">
              <a:spcBef>
                <a:spcPts val="0"/>
              </a:spcBef>
              <a:spcAft>
                <a:spcPts val="0"/>
              </a:spcAft>
              <a:buSzPts val="1500"/>
              <a:buFont typeface="Lora"/>
              <a:buChar char="●"/>
              <a:defRPr sz="1500">
                <a:latin typeface="Lora"/>
                <a:ea typeface="Lora"/>
                <a:cs typeface="Lora"/>
                <a:sym typeface="Lora"/>
              </a:defRPr>
            </a:lvl4pPr>
            <a:lvl5pPr indent="-323850" lvl="4" marL="2286000" rtl="0">
              <a:spcBef>
                <a:spcPts val="0"/>
              </a:spcBef>
              <a:spcAft>
                <a:spcPts val="0"/>
              </a:spcAft>
              <a:buSzPts val="1500"/>
              <a:buFont typeface="Lora"/>
              <a:buChar char="○"/>
              <a:defRPr sz="1500">
                <a:latin typeface="Lora"/>
                <a:ea typeface="Lora"/>
                <a:cs typeface="Lora"/>
                <a:sym typeface="Lora"/>
              </a:defRPr>
            </a:lvl5pPr>
            <a:lvl6pPr indent="-323850" lvl="5" marL="2743200" rtl="0">
              <a:spcBef>
                <a:spcPts val="0"/>
              </a:spcBef>
              <a:spcAft>
                <a:spcPts val="0"/>
              </a:spcAft>
              <a:buSzPts val="1500"/>
              <a:buFont typeface="Lora"/>
              <a:buChar char="■"/>
              <a:defRPr sz="1500">
                <a:latin typeface="Lora"/>
                <a:ea typeface="Lora"/>
                <a:cs typeface="Lora"/>
                <a:sym typeface="Lora"/>
              </a:defRPr>
            </a:lvl6pPr>
            <a:lvl7pPr indent="-323850" lvl="6" marL="3200400" rtl="0">
              <a:spcBef>
                <a:spcPts val="0"/>
              </a:spcBef>
              <a:spcAft>
                <a:spcPts val="0"/>
              </a:spcAft>
              <a:buSzPts val="1500"/>
              <a:buFont typeface="Lora"/>
              <a:buChar char="●"/>
              <a:defRPr sz="1500">
                <a:latin typeface="Lora"/>
                <a:ea typeface="Lora"/>
                <a:cs typeface="Lora"/>
                <a:sym typeface="Lora"/>
              </a:defRPr>
            </a:lvl7pPr>
            <a:lvl8pPr indent="-323850" lvl="7" marL="3657600" rtl="0">
              <a:spcBef>
                <a:spcPts val="0"/>
              </a:spcBef>
              <a:spcAft>
                <a:spcPts val="0"/>
              </a:spcAft>
              <a:buSzPts val="1500"/>
              <a:buFont typeface="Lora"/>
              <a:buChar char="○"/>
              <a:defRPr sz="1500">
                <a:latin typeface="Lora"/>
                <a:ea typeface="Lora"/>
                <a:cs typeface="Lora"/>
                <a:sym typeface="Lora"/>
              </a:defRPr>
            </a:lvl8pPr>
            <a:lvl9pPr indent="-323850" lvl="8" marL="4114800" rtl="0">
              <a:spcBef>
                <a:spcPts val="0"/>
              </a:spcBef>
              <a:spcAft>
                <a:spcPts val="0"/>
              </a:spcAft>
              <a:buSzPts val="1500"/>
              <a:buFont typeface="Lora"/>
              <a:buChar char="■"/>
              <a:defRPr sz="1500">
                <a:latin typeface="Lora"/>
                <a:ea typeface="Lora"/>
                <a:cs typeface="Lora"/>
                <a:sym typeface="L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hyperlink" Target="http://www.youtube.com/watch?v=O0QekKSscjA" TargetMode="Externa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www.youtube.com/watch?v=O0QekKSscjA" TargetMode="External"/><Relationship Id="rId4" Type="http://schemas.openxmlformats.org/officeDocument/2006/relationships/image" Target="../media/image3.jpg"/><Relationship Id="rId5" Type="http://schemas.openxmlformats.org/officeDocument/2006/relationships/hyperlink" Target="http://www.youtube.com/watch?v=q74euInZqm4" TargetMode="External"/><Relationship Id="rId6"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colab.research.google.com/drive/1S2If4XE5MxEGC8YGNmKtnlXBfCUOiFv7?usp=shar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hyperlink" Target="https://roymaimonel.merfisheyes.com/" TargetMode="Externa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hyperlink" Target="https://b.bintulab.com/" TargetMode="External"/><Relationship Id="rId4" Type="http://schemas.openxmlformats.org/officeDocument/2006/relationships/hyperlink" Target="https://b.bintulab.com/" TargetMode="External"/><Relationship Id="rId5" Type="http://schemas.openxmlformats.org/officeDocument/2006/relationships/hyperlink" Target="https://kosurilab.com/" TargetMode="External"/><Relationship Id="rId6" Type="http://schemas.openxmlformats.org/officeDocument/2006/relationships/hyperlink" Target="https://cmm.ucsd.edu/research/epigenomics/our-team/current-leadership/quan-zhu.html" TargetMode="External"/><Relationship Id="rId7" Type="http://schemas.openxmlformats.org/officeDocument/2006/relationships/image" Target="../media/image8.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13"/>
          <p:cNvSpPr txBox="1"/>
          <p:nvPr>
            <p:ph type="ctrTitle"/>
          </p:nvPr>
        </p:nvSpPr>
        <p:spPr>
          <a:xfrm>
            <a:off x="1686275" y="3031150"/>
            <a:ext cx="6869400" cy="1159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Week 6 Workshop: </a:t>
            </a:r>
            <a:endParaRPr/>
          </a:p>
          <a:p>
            <a:pPr indent="0" lvl="0" marL="0" rtl="0" algn="r">
              <a:spcBef>
                <a:spcPts val="0"/>
              </a:spcBef>
              <a:spcAft>
                <a:spcPts val="0"/>
              </a:spcAft>
              <a:buNone/>
            </a:pPr>
            <a:r>
              <a:rPr lang="en"/>
              <a:t>Spatial Transcriptomics</a:t>
            </a:r>
            <a:endParaRPr/>
          </a:p>
        </p:txBody>
      </p:sp>
      <p:pic>
        <p:nvPicPr>
          <p:cNvPr id="429" name="Google Shape;429;p13"/>
          <p:cNvPicPr preferRelativeResize="0"/>
          <p:nvPr/>
        </p:nvPicPr>
        <p:blipFill>
          <a:blip r:embed="rId3">
            <a:alphaModFix/>
          </a:blip>
          <a:stretch>
            <a:fillRect/>
          </a:stretch>
        </p:blipFill>
        <p:spPr>
          <a:xfrm>
            <a:off x="6910250" y="100875"/>
            <a:ext cx="2115625" cy="489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14"/>
          <p:cNvSpPr txBox="1"/>
          <p:nvPr>
            <p:ph type="title"/>
          </p:nvPr>
        </p:nvSpPr>
        <p:spPr>
          <a:xfrm>
            <a:off x="238950" y="714325"/>
            <a:ext cx="3959700" cy="816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What is Spatial Transcriptomics (ST)?</a:t>
            </a:r>
            <a:endParaRPr/>
          </a:p>
        </p:txBody>
      </p:sp>
      <p:sp>
        <p:nvSpPr>
          <p:cNvPr id="435" name="Google Shape;435;p14"/>
          <p:cNvSpPr txBox="1"/>
          <p:nvPr>
            <p:ph idx="1" type="body"/>
          </p:nvPr>
        </p:nvSpPr>
        <p:spPr>
          <a:xfrm>
            <a:off x="561900" y="1671275"/>
            <a:ext cx="3313800" cy="175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1900"/>
              <a:t>Technologies which m</a:t>
            </a:r>
            <a:r>
              <a:rPr lang="en" sz="1900"/>
              <a:t>easure RNA expression levels in a tissue section and maps where they are being expressed spatially</a:t>
            </a:r>
            <a:endParaRPr sz="1900"/>
          </a:p>
        </p:txBody>
      </p:sp>
      <p:pic>
        <p:nvPicPr>
          <p:cNvPr id="436" name="Google Shape;436;p14"/>
          <p:cNvPicPr preferRelativeResize="0"/>
          <p:nvPr/>
        </p:nvPicPr>
        <p:blipFill>
          <a:blip r:embed="rId3">
            <a:alphaModFix/>
          </a:blip>
          <a:stretch>
            <a:fillRect/>
          </a:stretch>
        </p:blipFill>
        <p:spPr>
          <a:xfrm>
            <a:off x="4198650" y="714313"/>
            <a:ext cx="4633283" cy="3308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graphicFrame>
        <p:nvGraphicFramePr>
          <p:cNvPr id="441" name="Google Shape;441;p15"/>
          <p:cNvGraphicFramePr/>
          <p:nvPr/>
        </p:nvGraphicFramePr>
        <p:xfrm>
          <a:off x="952500" y="653425"/>
          <a:ext cx="3000000" cy="3000000"/>
        </p:xfrm>
        <a:graphic>
          <a:graphicData uri="http://schemas.openxmlformats.org/drawingml/2006/table">
            <a:tbl>
              <a:tblPr>
                <a:noFill/>
                <a:tableStyleId>{8AAD51B4-A000-43D6-BEC8-3678C22877E7}</a:tableStyleId>
              </a:tblPr>
              <a:tblGrid>
                <a:gridCol w="3619500"/>
                <a:gridCol w="3619500"/>
              </a:tblGrid>
              <a:tr h="596950">
                <a:tc>
                  <a:txBody>
                    <a:bodyPr/>
                    <a:lstStyle/>
                    <a:p>
                      <a:pPr indent="0" lvl="0" marL="0" rtl="0" algn="ctr">
                        <a:spcBef>
                          <a:spcPts val="0"/>
                        </a:spcBef>
                        <a:spcAft>
                          <a:spcPts val="0"/>
                        </a:spcAft>
                        <a:buNone/>
                      </a:pPr>
                      <a:r>
                        <a:rPr b="1" lang="en" sz="2000">
                          <a:solidFill>
                            <a:srgbClr val="418B9A"/>
                          </a:solidFill>
                          <a:latin typeface="Lora"/>
                          <a:ea typeface="Lora"/>
                          <a:cs typeface="Lora"/>
                          <a:sym typeface="Lora"/>
                        </a:rPr>
                        <a:t>Spatial Transcriptomics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2000">
                          <a:solidFill>
                            <a:srgbClr val="418B9A"/>
                          </a:solidFill>
                          <a:latin typeface="Lora"/>
                          <a:ea typeface="Lora"/>
                          <a:cs typeface="Lora"/>
                          <a:sym typeface="Lora"/>
                        </a:rPr>
                        <a:t>Single-Cell RNA seq</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73300">
                <a:tc>
                  <a:txBody>
                    <a:bodyPr/>
                    <a:lstStyle/>
                    <a:p>
                      <a:pPr indent="0" lvl="0" marL="0" rtl="0" algn="l">
                        <a:spcBef>
                          <a:spcPts val="0"/>
                        </a:spcBef>
                        <a:spcAft>
                          <a:spcPts val="0"/>
                        </a:spcAft>
                        <a:buNone/>
                      </a:pPr>
                      <a:r>
                        <a:rPr lang="en" sz="1900">
                          <a:solidFill>
                            <a:schemeClr val="dk1"/>
                          </a:solidFill>
                          <a:latin typeface="Lora"/>
                          <a:ea typeface="Lora"/>
                          <a:cs typeface="Lora"/>
                          <a:sym typeface="Lora"/>
                        </a:rPr>
                        <a:t>Intact tissue sections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900">
                          <a:solidFill>
                            <a:schemeClr val="dk1"/>
                          </a:solidFill>
                          <a:latin typeface="Lora"/>
                          <a:ea typeface="Lora"/>
                          <a:cs typeface="Lora"/>
                          <a:sym typeface="Lora"/>
                        </a:rPr>
                        <a:t>Isolated cells in tissue samples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73300">
                <a:tc>
                  <a:txBody>
                    <a:bodyPr/>
                    <a:lstStyle/>
                    <a:p>
                      <a:pPr indent="0" lvl="0" marL="0" rtl="0" algn="l">
                        <a:spcBef>
                          <a:spcPts val="0"/>
                        </a:spcBef>
                        <a:spcAft>
                          <a:spcPts val="0"/>
                        </a:spcAft>
                        <a:buNone/>
                      </a:pPr>
                      <a:r>
                        <a:rPr lang="en" sz="1900">
                          <a:solidFill>
                            <a:schemeClr val="dk1"/>
                          </a:solidFill>
                          <a:latin typeface="Lora"/>
                          <a:ea typeface="Lora"/>
                          <a:cs typeface="Lora"/>
                          <a:sym typeface="Lora"/>
                        </a:rPr>
                        <a:t>Gene expression across thousands of cells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900">
                          <a:solidFill>
                            <a:schemeClr val="dk1"/>
                          </a:solidFill>
                          <a:latin typeface="Lora"/>
                          <a:ea typeface="Lora"/>
                          <a:cs typeface="Lora"/>
                          <a:sym typeface="Lora"/>
                        </a:rPr>
                        <a:t>Transcriptomic information at the single-cell level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73300">
                <a:tc>
                  <a:txBody>
                    <a:bodyPr/>
                    <a:lstStyle/>
                    <a:p>
                      <a:pPr indent="0" lvl="0" marL="0" rtl="0" algn="l">
                        <a:spcBef>
                          <a:spcPts val="0"/>
                        </a:spcBef>
                        <a:spcAft>
                          <a:spcPts val="0"/>
                        </a:spcAft>
                        <a:buNone/>
                      </a:pPr>
                      <a:r>
                        <a:rPr lang="en" sz="1900">
                          <a:solidFill>
                            <a:schemeClr val="dk1"/>
                          </a:solidFill>
                          <a:latin typeface="Lora"/>
                          <a:ea typeface="Lora"/>
                          <a:cs typeface="Lora"/>
                          <a:sym typeface="Lora"/>
                        </a:rPr>
                        <a:t>Retains spatial information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900">
                          <a:solidFill>
                            <a:schemeClr val="dk1"/>
                          </a:solidFill>
                          <a:latin typeface="Lora"/>
                          <a:ea typeface="Lora"/>
                          <a:cs typeface="Lora"/>
                          <a:sym typeface="Lora"/>
                        </a:rPr>
                        <a:t>Higher resolution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73300">
                <a:tc>
                  <a:txBody>
                    <a:bodyPr/>
                    <a:lstStyle/>
                    <a:p>
                      <a:pPr indent="0" lvl="0" marL="0" rtl="0" algn="l">
                        <a:spcBef>
                          <a:spcPts val="0"/>
                        </a:spcBef>
                        <a:spcAft>
                          <a:spcPts val="0"/>
                        </a:spcAft>
                        <a:buNone/>
                      </a:pPr>
                      <a:r>
                        <a:rPr lang="en" sz="1900">
                          <a:solidFill>
                            <a:schemeClr val="dk1"/>
                          </a:solidFill>
                          <a:latin typeface="Lora"/>
                          <a:ea typeface="Lora"/>
                          <a:cs typeface="Lora"/>
                          <a:sym typeface="Lora"/>
                        </a:rPr>
                        <a:t>Identify and map cell subtypes in tissues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16"/>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Bulk RNAseq vs scRNAseq vs MERFISH</a:t>
            </a:r>
            <a:endParaRPr/>
          </a:p>
        </p:txBody>
      </p:sp>
      <p:sp>
        <p:nvSpPr>
          <p:cNvPr id="447" name="Google Shape;447;p16"/>
          <p:cNvSpPr txBox="1"/>
          <p:nvPr>
            <p:ph idx="1" type="body"/>
          </p:nvPr>
        </p:nvSpPr>
        <p:spPr>
          <a:xfrm>
            <a:off x="908563" y="1119350"/>
            <a:ext cx="7316400" cy="23826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a:t>scRNA versus Traditional RNA sequencing </a:t>
            </a:r>
            <a:endParaRPr/>
          </a:p>
          <a:p>
            <a:pPr indent="-323850" lvl="1" marL="914400" rtl="0" algn="l">
              <a:spcBef>
                <a:spcPts val="0"/>
              </a:spcBef>
              <a:spcAft>
                <a:spcPts val="0"/>
              </a:spcAft>
              <a:buSzPts val="1500"/>
              <a:buChar char="○"/>
            </a:pPr>
            <a:r>
              <a:rPr lang="en"/>
              <a:t>scRNA - individual cells are isolated, allowing for individual gene expression profiles that can leads to later cell clustering</a:t>
            </a:r>
            <a:endParaRPr/>
          </a:p>
          <a:p>
            <a:pPr indent="-323850" lvl="0" marL="457200" rtl="0" algn="l">
              <a:spcBef>
                <a:spcPts val="0"/>
              </a:spcBef>
              <a:spcAft>
                <a:spcPts val="0"/>
              </a:spcAft>
              <a:buSzPts val="1500"/>
              <a:buChar char="●"/>
            </a:pPr>
            <a:r>
              <a:rPr lang="en"/>
              <a:t>MERFISH versus scRNA</a:t>
            </a:r>
            <a:endParaRPr/>
          </a:p>
          <a:p>
            <a:pPr indent="-323850" lvl="1" marL="914400" rtl="0" algn="l">
              <a:spcBef>
                <a:spcPts val="0"/>
              </a:spcBef>
              <a:spcAft>
                <a:spcPts val="0"/>
              </a:spcAft>
              <a:buSzPts val="1500"/>
              <a:buChar char="○"/>
            </a:pPr>
            <a:r>
              <a:rPr lang="en"/>
              <a:t>Key Advantage - MERFISH preserves spatial data</a:t>
            </a:r>
            <a:endParaRPr/>
          </a:p>
          <a:p>
            <a:pPr indent="-323850" lvl="2" marL="1371600" rtl="0" algn="l">
              <a:spcBef>
                <a:spcPts val="0"/>
              </a:spcBef>
              <a:spcAft>
                <a:spcPts val="0"/>
              </a:spcAft>
              <a:buSzPts val="1500"/>
              <a:buChar char="■"/>
            </a:pPr>
            <a:r>
              <a:rPr lang="en"/>
              <a:t>Different </a:t>
            </a:r>
            <a:r>
              <a:rPr b="1" lang="en"/>
              <a:t>slices</a:t>
            </a:r>
            <a:r>
              <a:rPr lang="en"/>
              <a:t> of a morphological sample can be examined</a:t>
            </a:r>
            <a:endParaRPr/>
          </a:p>
          <a:p>
            <a:pPr indent="-323850" lvl="1" marL="914400" rtl="0" algn="l">
              <a:spcBef>
                <a:spcPts val="0"/>
              </a:spcBef>
              <a:spcAft>
                <a:spcPts val="0"/>
              </a:spcAft>
              <a:buSzPts val="1500"/>
              <a:buChar char="○"/>
            </a:pPr>
            <a:r>
              <a:rPr lang="en"/>
              <a:t>Data Collection Process</a:t>
            </a:r>
            <a:endParaRPr/>
          </a:p>
          <a:p>
            <a:pPr indent="0" lvl="0" marL="0" rtl="0" algn="l">
              <a:spcBef>
                <a:spcPts val="0"/>
              </a:spcBef>
              <a:spcAft>
                <a:spcPts val="0"/>
              </a:spcAft>
              <a:buNone/>
            </a:pPr>
            <a:r>
              <a:t/>
            </a:r>
            <a:endParaRPr/>
          </a:p>
        </p:txBody>
      </p:sp>
      <p:pic>
        <p:nvPicPr>
          <p:cNvPr descr="Watch our video to learn how Multiplexed Error-Robust Fluorescence in situ Hybridization (MERFISH) technology works.  MERFISH is a spatially resolved single-cell transcriptome profiling technology. MERFISH combines the power of single-cell transcriptomics with spatial biology by directly visualizing and counting up to a billion RNA transcripts from 100’s to 10,000 genes across 1cm2 tissue slices with single-cell resolution.&#10;&#10;Learn how MERFISH enables researchers to perform highly multiplexed in situ spatial gene profiling across whole tissue slices.&#10;&#10;Visit our website for more information on our MERSCOPE Platform for MERFISH measurements." id="448" name="Google Shape;448;p16" title="How MERFISH Technology Works">
            <a:hlinkClick r:id="rId3"/>
          </p:cNvPr>
          <p:cNvPicPr preferRelativeResize="0"/>
          <p:nvPr/>
        </p:nvPicPr>
        <p:blipFill>
          <a:blip r:embed="rId4">
            <a:alphaModFix/>
          </a:blip>
          <a:stretch>
            <a:fillRect/>
          </a:stretch>
        </p:blipFill>
        <p:spPr>
          <a:xfrm>
            <a:off x="6277025" y="2711825"/>
            <a:ext cx="2674975" cy="1504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000"/>
                                        <p:tgtEl>
                                          <p:spTgt spid="4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7"/>
          <p:cNvSpPr txBox="1"/>
          <p:nvPr>
            <p:ph type="title"/>
          </p:nvPr>
        </p:nvSpPr>
        <p:spPr>
          <a:xfrm>
            <a:off x="1976400" y="188825"/>
            <a:ext cx="5191200" cy="71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What are some applications of ST?</a:t>
            </a:r>
            <a:endParaRPr/>
          </a:p>
        </p:txBody>
      </p:sp>
      <p:pic>
        <p:nvPicPr>
          <p:cNvPr id="454" name="Google Shape;454;p17"/>
          <p:cNvPicPr preferRelativeResize="0"/>
          <p:nvPr/>
        </p:nvPicPr>
        <p:blipFill>
          <a:blip r:embed="rId3">
            <a:alphaModFix/>
          </a:blip>
          <a:stretch>
            <a:fillRect/>
          </a:stretch>
        </p:blipFill>
        <p:spPr>
          <a:xfrm>
            <a:off x="672450" y="981363"/>
            <a:ext cx="7799099" cy="3180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8" name="Shape 458"/>
        <p:cNvGrpSpPr/>
        <p:nvPr/>
      </p:nvGrpSpPr>
      <p:grpSpPr>
        <a:xfrm>
          <a:off x="0" y="0"/>
          <a:ext cx="0" cy="0"/>
          <a:chOff x="0" y="0"/>
          <a:chExt cx="0" cy="0"/>
        </a:xfrm>
      </p:grpSpPr>
      <p:sp>
        <p:nvSpPr>
          <p:cNvPr id="459" name="Google Shape;459;p18"/>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MERFISH, Spatial Transcriptomics Overviews</a:t>
            </a:r>
            <a:endParaRPr/>
          </a:p>
        </p:txBody>
      </p:sp>
      <p:pic>
        <p:nvPicPr>
          <p:cNvPr descr="Watch our video to learn how Multiplexed Error-Robust Fluorescence in situ Hybridization (MERFISH) technology works.  MERFISH is a spatially resolved single-cell transcriptome profiling technology. MERFISH combines the power of single-cell transcriptomics with spatial biology by directly visualizing and counting up to a billion RNA transcripts from 100’s to 10,000 genes across 1cm2 tissue slices with single-cell resolution.&#10;&#10;Learn how MERFISH enables researchers to perform highly multiplexed in situ spatial gene profiling across whole tissue slices.&#10;&#10;Visit our website for more information on our MERSCOPE Platform for MERFISH measurements." id="460" name="Google Shape;460;p18" title="How MERFISH Technology Works">
            <a:hlinkClick r:id="rId3"/>
          </p:cNvPr>
          <p:cNvPicPr preferRelativeResize="0"/>
          <p:nvPr/>
        </p:nvPicPr>
        <p:blipFill>
          <a:blip r:embed="rId4">
            <a:alphaModFix/>
          </a:blip>
          <a:stretch>
            <a:fillRect/>
          </a:stretch>
        </p:blipFill>
        <p:spPr>
          <a:xfrm>
            <a:off x="1068475" y="1589525"/>
            <a:ext cx="3048000" cy="1714500"/>
          </a:xfrm>
          <a:prstGeom prst="rect">
            <a:avLst/>
          </a:prstGeom>
          <a:noFill/>
          <a:ln>
            <a:noFill/>
          </a:ln>
        </p:spPr>
      </p:pic>
      <p:pic>
        <p:nvPicPr>
          <p:cNvPr descr="Spatial transcriptomics, In situ hybridization, In situ sequencing, In situ capturing, Single-cell RNA-sequencing, Cell-cell interactions&#10;&#10;Arianna J. Piñeiro, Aubrey E. Houser, Andrew L. Ji&#10;Research Techniques Made Simple: Spatial Transcriptomics&#10;J Invest Derm 2022; 142: 993-1001&#10;@Journal of Investigative Dermatology" id="461" name="Google Shape;461;p18" title="Spatial Transcriptomics">
            <a:hlinkClick r:id="rId5"/>
          </p:cNvPr>
          <p:cNvPicPr preferRelativeResize="0"/>
          <p:nvPr/>
        </p:nvPicPr>
        <p:blipFill>
          <a:blip r:embed="rId6">
            <a:alphaModFix/>
          </a:blip>
          <a:stretch>
            <a:fillRect/>
          </a:stretch>
        </p:blipFill>
        <p:spPr>
          <a:xfrm>
            <a:off x="5525225" y="158952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1000"/>
                                        <p:tgtEl>
                                          <p:spTgt spid="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1000"/>
                                        <p:tgtEl>
                                          <p:spTgt spid="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19"/>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Coding Portion</a:t>
            </a:r>
            <a:endParaRPr/>
          </a:p>
        </p:txBody>
      </p:sp>
      <p:sp>
        <p:nvSpPr>
          <p:cNvPr id="467" name="Google Shape;467;p19"/>
          <p:cNvSpPr txBox="1"/>
          <p:nvPr>
            <p:ph idx="1" type="body"/>
          </p:nvPr>
        </p:nvSpPr>
        <p:spPr>
          <a:xfrm>
            <a:off x="908563" y="1119350"/>
            <a:ext cx="7316400" cy="2382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Merfish Introduction Notebook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20"/>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Visualizing the Cell Types</a:t>
            </a:r>
            <a:endParaRPr/>
          </a:p>
        </p:txBody>
      </p:sp>
      <p:sp>
        <p:nvSpPr>
          <p:cNvPr id="473" name="Google Shape;473;p20"/>
          <p:cNvSpPr txBox="1"/>
          <p:nvPr>
            <p:ph idx="1" type="body"/>
          </p:nvPr>
        </p:nvSpPr>
        <p:spPr>
          <a:xfrm>
            <a:off x="908563" y="1119350"/>
            <a:ext cx="7316400" cy="2382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Go to website:</a:t>
            </a:r>
            <a:endParaRPr/>
          </a:p>
          <a:p>
            <a:pPr indent="0" lvl="0" marL="0" rtl="0" algn="l">
              <a:spcBef>
                <a:spcPts val="0"/>
              </a:spcBef>
              <a:spcAft>
                <a:spcPts val="0"/>
              </a:spcAft>
              <a:buNone/>
            </a:pPr>
            <a:r>
              <a:rPr lang="en" u="sng">
                <a:solidFill>
                  <a:schemeClr val="hlink"/>
                </a:solidFill>
                <a:hlinkClick r:id="rId3"/>
              </a:rPr>
              <a:t>https://roymaimonel.merfisheyes.com/</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474" name="Google Shape;474;p20"/>
          <p:cNvPicPr preferRelativeResize="0"/>
          <p:nvPr/>
        </p:nvPicPr>
        <p:blipFill>
          <a:blip r:embed="rId4">
            <a:alphaModFix/>
          </a:blip>
          <a:stretch>
            <a:fillRect/>
          </a:stretch>
        </p:blipFill>
        <p:spPr>
          <a:xfrm>
            <a:off x="2146279" y="1957550"/>
            <a:ext cx="4851443" cy="29048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21"/>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Visualizing the Cell Types</a:t>
            </a:r>
            <a:endParaRPr/>
          </a:p>
        </p:txBody>
      </p:sp>
      <p:sp>
        <p:nvSpPr>
          <p:cNvPr id="480" name="Google Shape;480;p21"/>
          <p:cNvSpPr txBox="1"/>
          <p:nvPr>
            <p:ph idx="1" type="body"/>
          </p:nvPr>
        </p:nvSpPr>
        <p:spPr>
          <a:xfrm>
            <a:off x="908563" y="1119350"/>
            <a:ext cx="7316400" cy="2382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Try filtering for genes to visualize where they localized:</a:t>
            </a:r>
            <a:endParaRPr/>
          </a:p>
          <a:p>
            <a:pPr indent="-323850" lvl="0" marL="457200" rtl="0" algn="l">
              <a:spcBef>
                <a:spcPts val="0"/>
              </a:spcBef>
              <a:spcAft>
                <a:spcPts val="0"/>
              </a:spcAft>
              <a:buSzPts val="1500"/>
              <a:buChar char="-"/>
            </a:pPr>
            <a:r>
              <a:rPr lang="en"/>
              <a:t>Involved in neural development:</a:t>
            </a:r>
            <a:endParaRPr/>
          </a:p>
          <a:p>
            <a:pPr indent="-323850" lvl="1" marL="914400" rtl="0" algn="l">
              <a:spcBef>
                <a:spcPts val="0"/>
              </a:spcBef>
              <a:spcAft>
                <a:spcPts val="0"/>
              </a:spcAft>
              <a:buSzPts val="1500"/>
              <a:buChar char="-"/>
            </a:pPr>
            <a:r>
              <a:rPr lang="en"/>
              <a:t>s</a:t>
            </a:r>
            <a:r>
              <a:rPr lang="en"/>
              <a:t>ox2</a:t>
            </a:r>
            <a:endParaRPr/>
          </a:p>
          <a:p>
            <a:pPr indent="-323850" lvl="1" marL="914400" rtl="0" algn="l">
              <a:spcBef>
                <a:spcPts val="0"/>
              </a:spcBef>
              <a:spcAft>
                <a:spcPts val="0"/>
              </a:spcAft>
              <a:buSzPts val="1500"/>
              <a:buChar char="-"/>
            </a:pPr>
            <a:r>
              <a:rPr lang="en"/>
              <a:t>pax6</a:t>
            </a:r>
            <a:endParaRPr/>
          </a:p>
          <a:p>
            <a:pPr indent="-323850" lvl="1" marL="914400" rtl="0" algn="l">
              <a:spcBef>
                <a:spcPts val="0"/>
              </a:spcBef>
              <a:spcAft>
                <a:spcPts val="0"/>
              </a:spcAft>
              <a:buSzPts val="1500"/>
              <a:buChar char="-"/>
            </a:pPr>
            <a:r>
              <a:rPr lang="en"/>
              <a:t>Neurog1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Observe how the </a:t>
            </a:r>
            <a:r>
              <a:rPr lang="en"/>
              <a:t>regions</a:t>
            </a:r>
            <a:r>
              <a:rPr lang="en"/>
              <a:t> of expression change depending on the stage we are looking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2"/>
          <p:cNvSpPr txBox="1"/>
          <p:nvPr>
            <p:ph type="title"/>
          </p:nvPr>
        </p:nvSpPr>
        <p:spPr>
          <a:xfrm>
            <a:off x="1073688" y="27242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Labs on Campus</a:t>
            </a:r>
            <a:endParaRPr/>
          </a:p>
        </p:txBody>
      </p:sp>
      <p:sp>
        <p:nvSpPr>
          <p:cNvPr id="486" name="Google Shape;486;p22"/>
          <p:cNvSpPr txBox="1"/>
          <p:nvPr>
            <p:ph idx="1" type="body"/>
          </p:nvPr>
        </p:nvSpPr>
        <p:spPr>
          <a:xfrm>
            <a:off x="908575" y="1119350"/>
            <a:ext cx="3486300" cy="2698500"/>
          </a:xfrm>
          <a:prstGeom prst="rect">
            <a:avLst/>
          </a:prstGeom>
        </p:spPr>
        <p:txBody>
          <a:bodyPr anchorCtr="0" anchor="ctr" bIns="91425" lIns="91425" spcFirstLastPara="1" rIns="91425" wrap="square" tIns="91425">
            <a:normAutofit/>
          </a:bodyPr>
          <a:lstStyle/>
          <a:p>
            <a:pPr indent="-323850" lvl="0" marL="457200" rtl="0" algn="l">
              <a:lnSpc>
                <a:spcPct val="115000"/>
              </a:lnSpc>
              <a:spcBef>
                <a:spcPts val="0"/>
              </a:spcBef>
              <a:spcAft>
                <a:spcPts val="0"/>
              </a:spcAft>
              <a:buSzPts val="1500"/>
              <a:buChar char="●"/>
            </a:pPr>
            <a:r>
              <a:rPr lang="en" u="sng">
                <a:solidFill>
                  <a:schemeClr val="hlink"/>
                </a:solidFill>
                <a:hlinkClick r:id="rId3"/>
              </a:rPr>
              <a:t>B</a:t>
            </a:r>
            <a:r>
              <a:rPr lang="en" u="sng">
                <a:solidFill>
                  <a:schemeClr val="hlink"/>
                </a:solidFill>
                <a:hlinkClick r:id="rId4"/>
              </a:rPr>
              <a:t>intu Lab</a:t>
            </a:r>
            <a:endParaRPr/>
          </a:p>
          <a:p>
            <a:pPr indent="-323850" lvl="0" marL="457200" rtl="0" algn="l">
              <a:lnSpc>
                <a:spcPct val="115000"/>
              </a:lnSpc>
              <a:spcBef>
                <a:spcPts val="0"/>
              </a:spcBef>
              <a:spcAft>
                <a:spcPts val="0"/>
              </a:spcAft>
              <a:buSzPts val="1500"/>
              <a:buChar char="●"/>
            </a:pPr>
            <a:r>
              <a:rPr lang="en" u="sng">
                <a:solidFill>
                  <a:schemeClr val="hlink"/>
                </a:solidFill>
                <a:hlinkClick r:id="rId5"/>
              </a:rPr>
              <a:t>Pallav Kosuri Lab (Salk Institute)</a:t>
            </a:r>
            <a:endParaRPr/>
          </a:p>
          <a:p>
            <a:pPr indent="-323850" lvl="0" marL="457200" rtl="0" algn="l">
              <a:lnSpc>
                <a:spcPct val="115000"/>
              </a:lnSpc>
              <a:spcBef>
                <a:spcPts val="0"/>
              </a:spcBef>
              <a:spcAft>
                <a:spcPts val="0"/>
              </a:spcAft>
              <a:buSzPts val="1500"/>
              <a:buChar char="●"/>
            </a:pPr>
            <a:r>
              <a:rPr lang="en" u="sng">
                <a:solidFill>
                  <a:schemeClr val="hlink"/>
                </a:solidFill>
                <a:hlinkClick r:id="rId6"/>
              </a:rPr>
              <a:t>Center for epigenomics (Quan Zhu lab)</a:t>
            </a:r>
            <a:endParaRPr/>
          </a:p>
          <a:p>
            <a:pPr indent="0" lvl="0" marL="457200" rtl="0" algn="l">
              <a:lnSpc>
                <a:spcPct val="115000"/>
              </a:lnSpc>
              <a:spcBef>
                <a:spcPts val="0"/>
              </a:spcBef>
              <a:spcAft>
                <a:spcPts val="0"/>
              </a:spcAft>
              <a:buNone/>
            </a:pPr>
            <a:r>
              <a:t/>
            </a:r>
            <a:endParaRPr/>
          </a:p>
        </p:txBody>
      </p:sp>
      <p:pic>
        <p:nvPicPr>
          <p:cNvPr id="487" name="Google Shape;487;p22"/>
          <p:cNvPicPr preferRelativeResize="0"/>
          <p:nvPr/>
        </p:nvPicPr>
        <p:blipFill rotWithShape="1">
          <a:blip r:embed="rId7">
            <a:alphaModFix/>
          </a:blip>
          <a:srcRect b="0" l="0" r="0" t="0"/>
          <a:stretch/>
        </p:blipFill>
        <p:spPr>
          <a:xfrm>
            <a:off x="4611309" y="947275"/>
            <a:ext cx="4366491" cy="1693775"/>
          </a:xfrm>
          <a:prstGeom prst="rect">
            <a:avLst/>
          </a:prstGeom>
          <a:noFill/>
          <a:ln>
            <a:noFill/>
          </a:ln>
        </p:spPr>
      </p:pic>
      <p:pic>
        <p:nvPicPr>
          <p:cNvPr id="488" name="Google Shape;488;p22"/>
          <p:cNvPicPr preferRelativeResize="0"/>
          <p:nvPr/>
        </p:nvPicPr>
        <p:blipFill>
          <a:blip r:embed="rId8">
            <a:alphaModFix/>
          </a:blip>
          <a:stretch>
            <a:fillRect/>
          </a:stretch>
        </p:blipFill>
        <p:spPr>
          <a:xfrm>
            <a:off x="4611300" y="2757800"/>
            <a:ext cx="4366499" cy="15573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uince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