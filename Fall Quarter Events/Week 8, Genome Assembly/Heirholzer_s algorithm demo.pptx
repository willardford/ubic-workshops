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C01BEE-182F-4579-BDBB-F258013CE823}">
  <a:tblStyle styleId="{DEC01BEE-182F-4579-BDBB-F258013CE8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6a5ab69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6a5ab69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8236085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8236085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82360850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82360850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82360850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8236085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82360850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82360850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82360850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82360850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82360850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182360850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82360850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82360850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82360850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182360850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6a5ab691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16a5ab69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82360850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82360850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182360850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182360850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82360850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82360850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55" name="Google Shape;55;p13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56" name="Google Shape;56;p13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57" name="Google Shape;57;p13"/>
          <p:cNvCxnSpPr>
            <a:endCxn id="55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>
            <a:endCxn id="56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" name="Google Shape;59;p13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60" name="Google Shape;60;p13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61" name="Google Shape;61;p13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62" name="Google Shape;62;p13"/>
          <p:cNvCxnSpPr>
            <a:stCxn id="55" idx="0"/>
            <a:endCxn id="59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6" idx="7"/>
            <a:endCxn id="61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9" idx="3"/>
            <a:endCxn id="55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61" idx="2"/>
            <a:endCxn id="60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60" idx="3"/>
            <a:endCxn id="55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>
            <a:stCxn id="56" idx="4"/>
            <a:endCxn id="68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69" name="Google Shape;69;p13"/>
          <p:cNvCxnSpPr>
            <a:stCxn id="68" idx="7"/>
            <a:endCxn id="56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0" name="Google Shape;70;p13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" name="Google Shape;71;p13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77" name="Google Shape;77;p14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78" name="Google Shape;78;p14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79" name="Google Shape;79;p14"/>
          <p:cNvCxnSpPr>
            <a:endCxn id="77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4"/>
          <p:cNvCxnSpPr>
            <a:endCxn id="78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4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82" name="Google Shape;82;p14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83" name="Google Shape;83;p14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84" name="Google Shape;84;p14"/>
          <p:cNvCxnSpPr>
            <a:stCxn id="77" idx="0"/>
            <a:endCxn id="81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>
            <a:stCxn id="78" idx="7"/>
            <a:endCxn id="83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4"/>
          <p:cNvCxnSpPr>
            <a:stCxn id="81" idx="3"/>
            <a:endCxn id="77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4"/>
          <p:cNvCxnSpPr>
            <a:stCxn id="83" idx="2"/>
            <a:endCxn id="82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>
            <a:stCxn id="82" idx="3"/>
            <a:endCxn id="77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>
            <a:stCxn id="78" idx="4"/>
            <a:endCxn id="90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4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91" name="Google Shape;91;p14"/>
          <p:cNvCxnSpPr>
            <a:stCxn id="90" idx="7"/>
            <a:endCxn id="78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2" name="Google Shape;92;p14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" name="Google Shape;93;p14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94" name="Google Shape;94;p14"/>
          <p:cNvCxnSpPr>
            <a:stCxn id="77" idx="1"/>
            <a:endCxn id="76" idx="7"/>
          </p:cNvCxnSpPr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4"/>
          <p:cNvSpPr txBox="1"/>
          <p:nvPr/>
        </p:nvSpPr>
        <p:spPr>
          <a:xfrm>
            <a:off x="1696350" y="1497550"/>
            <a:ext cx="17550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Start at 1, create edge between end and start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101" name="Google Shape;101;p15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102" name="Google Shape;102;p15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103" name="Google Shape;103;p15"/>
          <p:cNvCxnSpPr>
            <a:endCxn id="101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5"/>
          <p:cNvCxnSpPr>
            <a:endCxn id="102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5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106" name="Google Shape;106;p15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107" name="Google Shape;107;p15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108" name="Google Shape;108;p15"/>
          <p:cNvCxnSpPr>
            <a:stCxn id="101" idx="0"/>
            <a:endCxn id="105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5"/>
          <p:cNvCxnSpPr>
            <a:stCxn id="102" idx="7"/>
            <a:endCxn id="107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>
            <a:stCxn id="105" idx="3"/>
            <a:endCxn id="101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5"/>
          <p:cNvCxnSpPr>
            <a:stCxn id="107" idx="2"/>
            <a:endCxn id="106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5"/>
          <p:cNvCxnSpPr>
            <a:stCxn id="106" idx="3"/>
            <a:endCxn id="101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>
            <a:stCxn id="102" idx="4"/>
            <a:endCxn id="114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5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115" name="Google Shape;115;p15"/>
          <p:cNvCxnSpPr>
            <a:stCxn id="114" idx="7"/>
            <a:endCxn id="102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6" name="Google Shape;116;p15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" name="Google Shape;117;p15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124" name="Google Shape;124;p16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125" name="Google Shape;125;p16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126" name="Google Shape;126;p16"/>
          <p:cNvCxnSpPr>
            <a:endCxn id="124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6"/>
          <p:cNvCxnSpPr>
            <a:endCxn id="125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6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129" name="Google Shape;129;p16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130" name="Google Shape;130;p16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131" name="Google Shape;131;p16"/>
          <p:cNvCxnSpPr>
            <a:stCxn id="124" idx="0"/>
            <a:endCxn id="128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>
            <a:stCxn id="125" idx="7"/>
            <a:endCxn id="130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6"/>
          <p:cNvCxnSpPr>
            <a:stCxn id="128" idx="3"/>
            <a:endCxn id="124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6"/>
          <p:cNvCxnSpPr>
            <a:stCxn id="130" idx="2"/>
            <a:endCxn id="129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6"/>
          <p:cNvCxnSpPr>
            <a:stCxn id="129" idx="3"/>
            <a:endCxn id="124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6"/>
          <p:cNvCxnSpPr>
            <a:stCxn id="125" idx="4"/>
            <a:endCxn id="137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6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138" name="Google Shape;138;p16"/>
          <p:cNvCxnSpPr>
            <a:stCxn id="137" idx="7"/>
            <a:endCxn id="125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9" name="Google Shape;139;p16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16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41" name="Google Shape;141;p16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147" name="Google Shape;147;p17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148" name="Google Shape;148;p17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149" name="Google Shape;149;p17"/>
          <p:cNvCxnSpPr>
            <a:endCxn id="147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7"/>
          <p:cNvCxnSpPr>
            <a:endCxn id="148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7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152" name="Google Shape;152;p17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153" name="Google Shape;153;p17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154" name="Google Shape;154;p17"/>
          <p:cNvCxnSpPr>
            <a:stCxn id="147" idx="0"/>
            <a:endCxn id="151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7"/>
          <p:cNvCxnSpPr>
            <a:stCxn id="148" idx="7"/>
            <a:endCxn id="153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7"/>
          <p:cNvCxnSpPr>
            <a:stCxn id="151" idx="3"/>
            <a:endCxn id="147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7"/>
          <p:cNvCxnSpPr>
            <a:stCxn id="153" idx="2"/>
            <a:endCxn id="152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7"/>
          <p:cNvCxnSpPr>
            <a:stCxn id="152" idx="3"/>
            <a:endCxn id="147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7"/>
          <p:cNvCxnSpPr>
            <a:stCxn id="148" idx="4"/>
            <a:endCxn id="160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7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161" name="Google Shape;161;p17"/>
          <p:cNvCxnSpPr>
            <a:stCxn id="160" idx="7"/>
            <a:endCxn id="148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2" name="Google Shape;162;p17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17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64" name="Google Shape;164;p17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170" name="Google Shape;170;p18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171" name="Google Shape;171;p18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172" name="Google Shape;172;p18"/>
          <p:cNvCxnSpPr>
            <a:endCxn id="170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8"/>
          <p:cNvCxnSpPr>
            <a:endCxn id="171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18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175" name="Google Shape;175;p18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176" name="Google Shape;176;p18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177" name="Google Shape;177;p18"/>
          <p:cNvCxnSpPr>
            <a:stCxn id="170" idx="0"/>
            <a:endCxn id="174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8"/>
          <p:cNvCxnSpPr>
            <a:stCxn id="171" idx="7"/>
            <a:endCxn id="176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8"/>
          <p:cNvCxnSpPr>
            <a:stCxn id="174" idx="3"/>
            <a:endCxn id="170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8"/>
          <p:cNvCxnSpPr>
            <a:stCxn id="176" idx="2"/>
            <a:endCxn id="175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8"/>
          <p:cNvCxnSpPr>
            <a:stCxn id="175" idx="3"/>
            <a:endCxn id="170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8"/>
          <p:cNvCxnSpPr>
            <a:stCxn id="171" idx="4"/>
            <a:endCxn id="183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8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184" name="Google Shape;184;p18"/>
          <p:cNvCxnSpPr>
            <a:stCxn id="183" idx="7"/>
            <a:endCxn id="171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5" name="Google Shape;185;p18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18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87" name="Google Shape;187;p18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193" name="Google Shape;193;p19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194" name="Google Shape;194;p19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195" name="Google Shape;195;p19"/>
          <p:cNvCxnSpPr>
            <a:endCxn id="193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19"/>
          <p:cNvCxnSpPr>
            <a:endCxn id="194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19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198" name="Google Shape;198;p19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199" name="Google Shape;199;p19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200" name="Google Shape;200;p19"/>
          <p:cNvCxnSpPr>
            <a:stCxn id="193" idx="0"/>
            <a:endCxn id="197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9"/>
          <p:cNvCxnSpPr>
            <a:stCxn id="194" idx="7"/>
            <a:endCxn id="199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9"/>
          <p:cNvCxnSpPr>
            <a:stCxn id="197" idx="3"/>
            <a:endCxn id="193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9"/>
          <p:cNvCxnSpPr>
            <a:stCxn id="199" idx="2"/>
            <a:endCxn id="198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9"/>
          <p:cNvCxnSpPr>
            <a:stCxn id="198" idx="3"/>
            <a:endCxn id="193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9"/>
          <p:cNvCxnSpPr>
            <a:stCxn id="194" idx="4"/>
            <a:endCxn id="206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19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207" name="Google Shape;207;p19"/>
          <p:cNvCxnSpPr>
            <a:stCxn id="206" idx="7"/>
            <a:endCxn id="194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8" name="Google Shape;208;p19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" name="Google Shape;209;p19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216" name="Google Shape;216;p20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217" name="Google Shape;217;p20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218" name="Google Shape;218;p20"/>
          <p:cNvCxnSpPr>
            <a:endCxn id="216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0"/>
          <p:cNvCxnSpPr>
            <a:endCxn id="217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0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221" name="Google Shape;221;p20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222" name="Google Shape;222;p20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223" name="Google Shape;223;p20"/>
          <p:cNvCxnSpPr>
            <a:stCxn id="216" idx="0"/>
            <a:endCxn id="220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0"/>
          <p:cNvCxnSpPr>
            <a:stCxn id="217" idx="7"/>
            <a:endCxn id="222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0"/>
          <p:cNvCxnSpPr>
            <a:stCxn id="220" idx="3"/>
            <a:endCxn id="216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0"/>
          <p:cNvCxnSpPr>
            <a:stCxn id="222" idx="2"/>
            <a:endCxn id="221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0"/>
          <p:cNvCxnSpPr>
            <a:stCxn id="221" idx="3"/>
            <a:endCxn id="216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0"/>
          <p:cNvCxnSpPr>
            <a:stCxn id="217" idx="4"/>
            <a:endCxn id="229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0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230" name="Google Shape;230;p20"/>
          <p:cNvCxnSpPr>
            <a:stCxn id="229" idx="7"/>
            <a:endCxn id="217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31" name="Google Shape;231;p20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20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239" name="Google Shape;239;p21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240" name="Google Shape;240;p21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241" name="Google Shape;241;p21"/>
          <p:cNvCxnSpPr>
            <a:endCxn id="239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1"/>
          <p:cNvCxnSpPr>
            <a:endCxn id="240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1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244" name="Google Shape;244;p21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245" name="Google Shape;245;p21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246" name="Google Shape;246;p21"/>
          <p:cNvCxnSpPr>
            <a:stCxn id="239" idx="0"/>
            <a:endCxn id="243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1"/>
          <p:cNvCxnSpPr>
            <a:stCxn id="240" idx="7"/>
            <a:endCxn id="245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1"/>
          <p:cNvCxnSpPr>
            <a:stCxn id="243" idx="3"/>
            <a:endCxn id="239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21"/>
          <p:cNvCxnSpPr>
            <a:stCxn id="245" idx="2"/>
            <a:endCxn id="244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1"/>
          <p:cNvCxnSpPr>
            <a:stCxn id="244" idx="3"/>
            <a:endCxn id="239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1"/>
          <p:cNvCxnSpPr>
            <a:stCxn id="240" idx="4"/>
            <a:endCxn id="252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21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253" name="Google Shape;253;p21"/>
          <p:cNvCxnSpPr>
            <a:stCxn id="252" idx="7"/>
            <a:endCxn id="240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54" name="Google Shape;254;p21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5" name="Google Shape;255;p21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262" name="Google Shape;262;p22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263" name="Google Shape;263;p22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264" name="Google Shape;264;p22"/>
          <p:cNvCxnSpPr>
            <a:endCxn id="262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2"/>
          <p:cNvCxnSpPr>
            <a:endCxn id="263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" name="Google Shape;266;p22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267" name="Google Shape;267;p22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268" name="Google Shape;268;p22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269" name="Google Shape;269;p22"/>
          <p:cNvCxnSpPr>
            <a:stCxn id="262" idx="0"/>
            <a:endCxn id="266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2"/>
          <p:cNvCxnSpPr>
            <a:stCxn id="263" idx="7"/>
            <a:endCxn id="268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2"/>
          <p:cNvCxnSpPr>
            <a:stCxn id="266" idx="3"/>
            <a:endCxn id="262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2"/>
          <p:cNvCxnSpPr>
            <a:stCxn id="268" idx="2"/>
            <a:endCxn id="267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2"/>
          <p:cNvCxnSpPr>
            <a:stCxn id="267" idx="3"/>
            <a:endCxn id="262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2"/>
          <p:cNvCxnSpPr>
            <a:stCxn id="263" idx="4"/>
            <a:endCxn id="275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2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276" name="Google Shape;276;p22"/>
          <p:cNvCxnSpPr>
            <a:stCxn id="275" idx="7"/>
            <a:endCxn id="263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77" name="Google Shape;277;p22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8" name="Google Shape;278;p22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79" name="Google Shape;279;p22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285" name="Google Shape;285;p23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286" name="Google Shape;286;p23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287" name="Google Shape;287;p23"/>
          <p:cNvCxnSpPr>
            <a:endCxn id="285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23"/>
          <p:cNvCxnSpPr>
            <a:endCxn id="286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3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290" name="Google Shape;290;p23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291" name="Google Shape;291;p23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292" name="Google Shape;292;p23"/>
          <p:cNvCxnSpPr>
            <a:stCxn id="285" idx="0"/>
            <a:endCxn id="289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23"/>
          <p:cNvCxnSpPr>
            <a:stCxn id="286" idx="7"/>
            <a:endCxn id="291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3"/>
          <p:cNvCxnSpPr>
            <a:stCxn id="289" idx="3"/>
            <a:endCxn id="285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23"/>
          <p:cNvCxnSpPr>
            <a:stCxn id="291" idx="2"/>
            <a:endCxn id="290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3"/>
          <p:cNvCxnSpPr>
            <a:stCxn id="290" idx="3"/>
            <a:endCxn id="285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3"/>
          <p:cNvCxnSpPr>
            <a:stCxn id="286" idx="4"/>
            <a:endCxn id="298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3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299" name="Google Shape;299;p23"/>
          <p:cNvCxnSpPr>
            <a:stCxn id="298" idx="7"/>
            <a:endCxn id="286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00" name="Google Shape;300;p23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1" name="Google Shape;301;p23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302" name="Google Shape;302;p23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308" name="Google Shape;308;p24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309" name="Google Shape;309;p24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310" name="Google Shape;310;p24"/>
          <p:cNvCxnSpPr>
            <a:endCxn id="308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4"/>
          <p:cNvCxnSpPr>
            <a:endCxn id="309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4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313" name="Google Shape;313;p24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314" name="Google Shape;314;p24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315" name="Google Shape;315;p24"/>
          <p:cNvCxnSpPr>
            <a:stCxn id="308" idx="0"/>
            <a:endCxn id="312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4"/>
          <p:cNvCxnSpPr>
            <a:stCxn id="309" idx="7"/>
            <a:endCxn id="314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4"/>
          <p:cNvCxnSpPr>
            <a:stCxn id="312" idx="3"/>
            <a:endCxn id="308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24"/>
          <p:cNvCxnSpPr>
            <a:stCxn id="314" idx="2"/>
            <a:endCxn id="313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4"/>
          <p:cNvCxnSpPr>
            <a:stCxn id="313" idx="3"/>
            <a:endCxn id="308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4"/>
          <p:cNvCxnSpPr>
            <a:stCxn id="309" idx="4"/>
            <a:endCxn id="321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24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322" name="Google Shape;322;p24"/>
          <p:cNvCxnSpPr>
            <a:stCxn id="321" idx="7"/>
            <a:endCxn id="309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23" name="Google Shape;323;p24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24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325" name="Google Shape;325;p24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331" name="Google Shape;331;p25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332" name="Google Shape;332;p25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333" name="Google Shape;333;p25"/>
          <p:cNvCxnSpPr>
            <a:endCxn id="331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5"/>
          <p:cNvCxnSpPr>
            <a:endCxn id="332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25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336" name="Google Shape;336;p25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337" name="Google Shape;337;p25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338" name="Google Shape;338;p25"/>
          <p:cNvCxnSpPr>
            <a:stCxn id="331" idx="0"/>
            <a:endCxn id="335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25"/>
          <p:cNvCxnSpPr>
            <a:stCxn id="332" idx="7"/>
            <a:endCxn id="337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25"/>
          <p:cNvCxnSpPr>
            <a:stCxn id="335" idx="3"/>
            <a:endCxn id="331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25"/>
          <p:cNvCxnSpPr>
            <a:stCxn id="337" idx="2"/>
            <a:endCxn id="336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25"/>
          <p:cNvCxnSpPr>
            <a:stCxn id="336" idx="3"/>
            <a:endCxn id="331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25"/>
          <p:cNvCxnSpPr>
            <a:stCxn id="332" idx="4"/>
            <a:endCxn id="344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25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345" name="Google Shape;345;p25"/>
          <p:cNvCxnSpPr>
            <a:stCxn id="344" idx="7"/>
            <a:endCxn id="332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46" name="Google Shape;346;p25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7" name="Google Shape;347;p25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348" name="Google Shape;348;p25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/>
          <p:nvPr/>
        </p:nvSpPr>
        <p:spPr>
          <a:xfrm>
            <a:off x="2159002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</a:t>
            </a:r>
            <a:endParaRPr sz="1900"/>
          </a:p>
        </p:txBody>
      </p:sp>
      <p:sp>
        <p:nvSpPr>
          <p:cNvPr id="354" name="Google Shape;354;p26"/>
          <p:cNvSpPr/>
          <p:nvPr/>
        </p:nvSpPr>
        <p:spPr>
          <a:xfrm>
            <a:off x="3572554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endParaRPr sz="1900"/>
          </a:p>
        </p:txBody>
      </p:sp>
      <p:sp>
        <p:nvSpPr>
          <p:cNvPr id="355" name="Google Shape;355;p26"/>
          <p:cNvSpPr/>
          <p:nvPr/>
        </p:nvSpPr>
        <p:spPr>
          <a:xfrm>
            <a:off x="4986107" y="2648438"/>
            <a:ext cx="585300" cy="608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6</a:t>
            </a:r>
            <a:endParaRPr sz="1900"/>
          </a:p>
        </p:txBody>
      </p:sp>
      <p:cxnSp>
        <p:nvCxnSpPr>
          <p:cNvPr id="356" name="Google Shape;356;p26"/>
          <p:cNvCxnSpPr>
            <a:endCxn id="354" idx="2"/>
          </p:cNvCxnSpPr>
          <p:nvPr/>
        </p:nvCxnSpPr>
        <p:spPr>
          <a:xfrm>
            <a:off x="2743954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26"/>
          <p:cNvCxnSpPr>
            <a:endCxn id="355" idx="2"/>
          </p:cNvCxnSpPr>
          <p:nvPr/>
        </p:nvCxnSpPr>
        <p:spPr>
          <a:xfrm>
            <a:off x="4157507" y="2952788"/>
            <a:ext cx="828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26"/>
          <p:cNvSpPr/>
          <p:nvPr/>
        </p:nvSpPr>
        <p:spPr>
          <a:xfrm>
            <a:off x="3572554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endParaRPr sz="1900"/>
          </a:p>
        </p:txBody>
      </p:sp>
      <p:sp>
        <p:nvSpPr>
          <p:cNvPr id="359" name="Google Shape;359;p26"/>
          <p:cNvSpPr/>
          <p:nvPr/>
        </p:nvSpPr>
        <p:spPr>
          <a:xfrm>
            <a:off x="4986107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</a:t>
            </a:r>
            <a:endParaRPr sz="1900"/>
          </a:p>
        </p:txBody>
      </p:sp>
      <p:sp>
        <p:nvSpPr>
          <p:cNvPr id="360" name="Google Shape;360;p26"/>
          <p:cNvSpPr/>
          <p:nvPr/>
        </p:nvSpPr>
        <p:spPr>
          <a:xfrm>
            <a:off x="6399659" y="1406126"/>
            <a:ext cx="585300" cy="608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</a:t>
            </a:r>
            <a:endParaRPr sz="1900"/>
          </a:p>
        </p:txBody>
      </p:sp>
      <p:cxnSp>
        <p:nvCxnSpPr>
          <p:cNvPr id="361" name="Google Shape;361;p26"/>
          <p:cNvCxnSpPr>
            <a:stCxn id="354" idx="0"/>
            <a:endCxn id="358" idx="4"/>
          </p:cNvCxnSpPr>
          <p:nvPr/>
        </p:nvCxnSpPr>
        <p:spPr>
          <a:xfrm rot="10800000">
            <a:off x="3865204" y="20148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6"/>
          <p:cNvCxnSpPr>
            <a:stCxn id="355" idx="7"/>
            <a:endCxn id="360" idx="3"/>
          </p:cNvCxnSpPr>
          <p:nvPr/>
        </p:nvCxnSpPr>
        <p:spPr>
          <a:xfrm flipH="1" rot="10800000">
            <a:off x="5485691" y="1925780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26"/>
          <p:cNvCxnSpPr>
            <a:stCxn id="358" idx="3"/>
            <a:endCxn id="354" idx="1"/>
          </p:cNvCxnSpPr>
          <p:nvPr/>
        </p:nvCxnSpPr>
        <p:spPr>
          <a:xfrm>
            <a:off x="3658269" y="1925684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6"/>
          <p:cNvCxnSpPr>
            <a:stCxn id="360" idx="2"/>
            <a:endCxn id="359" idx="6"/>
          </p:cNvCxnSpPr>
          <p:nvPr/>
        </p:nvCxnSpPr>
        <p:spPr>
          <a:xfrm rot="10800000">
            <a:off x="5571359" y="1710476"/>
            <a:ext cx="828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26"/>
          <p:cNvCxnSpPr>
            <a:stCxn id="359" idx="3"/>
            <a:endCxn id="354" idx="7"/>
          </p:cNvCxnSpPr>
          <p:nvPr/>
        </p:nvCxnSpPr>
        <p:spPr>
          <a:xfrm flipH="1">
            <a:off x="4072222" y="1925684"/>
            <a:ext cx="999600" cy="81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26"/>
          <p:cNvCxnSpPr>
            <a:stCxn id="355" idx="4"/>
            <a:endCxn id="367" idx="0"/>
          </p:cNvCxnSpPr>
          <p:nvPr/>
        </p:nvCxnSpPr>
        <p:spPr>
          <a:xfrm>
            <a:off x="5278757" y="3257138"/>
            <a:ext cx="0" cy="63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26"/>
          <p:cNvSpPr/>
          <p:nvPr/>
        </p:nvSpPr>
        <p:spPr>
          <a:xfrm>
            <a:off x="4986107" y="3890733"/>
            <a:ext cx="585300" cy="608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225" lIns="122225" spcFirstLastPara="1" rIns="122225" wrap="square" tIns="12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</a:t>
            </a:r>
            <a:endParaRPr sz="1900"/>
          </a:p>
        </p:txBody>
      </p:sp>
      <p:cxnSp>
        <p:nvCxnSpPr>
          <p:cNvPr id="368" name="Google Shape;368;p26"/>
          <p:cNvCxnSpPr>
            <a:stCxn id="367" idx="7"/>
            <a:endCxn id="355" idx="5"/>
          </p:cNvCxnSpPr>
          <p:nvPr/>
        </p:nvCxnSpPr>
        <p:spPr>
          <a:xfrm rot="10800000">
            <a:off x="5485691" y="3168075"/>
            <a:ext cx="0" cy="81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69" name="Google Shape;369;p26"/>
          <p:cNvGraphicFramePr/>
          <p:nvPr/>
        </p:nvGraphicFramePr>
        <p:xfrm>
          <a:off x="38150" y="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{DEC01BEE-182F-4579-BDBB-F258013CE823}</a:tableStyleId>
              </a:tblPr>
              <a:tblGrid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  <a:gridCol w="113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0" name="Google Shape;370;p26"/>
          <p:cNvSpPr txBox="1"/>
          <p:nvPr/>
        </p:nvSpPr>
        <p:spPr>
          <a:xfrm>
            <a:off x="1372700" y="4582575"/>
            <a:ext cx="6398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 is to visit every edge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371" name="Google Shape;371;p26"/>
          <p:cNvCxnSpPr/>
          <p:nvPr/>
        </p:nvCxnSpPr>
        <p:spPr>
          <a:xfrm rot="10800000">
            <a:off x="2658669" y="2737580"/>
            <a:ext cx="99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