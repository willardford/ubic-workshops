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1.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2.xml" ContentType="application/vnd.openxmlformats-officedocument.presentationml.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comment3.xml" ContentType="application/vnd.openxmlformats-officedocument.presentationml.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comment4.xml" ContentType="application/vnd.openxmlformats-officedocument.presentationml.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4" r:id="rId18"/>
    <p:sldId id="275" r:id="rId19"/>
    <p:sldId id="276" r:id="rId20"/>
    <p:sldId id="277" r:id="rId21"/>
    <p:sldId id="278" r:id="rId22"/>
    <p:sldId id="279" r:id="rId23"/>
  </p:sldIdLst>
  <p:sldSz cx="9144000" cy="5143500" type="screen16x9"/>
  <p:notesSz cx="6858000" cy="9144000"/>
  <p:embeddedFontLst>
    <p:embeddedFont>
      <p:font typeface="Lora" pitchFamily="2" charset="77"/>
      <p:regular r:id="rId25"/>
      <p:bold r:id="rId26"/>
      <p:italic r:id="rId27"/>
      <p:boldItalic r:id="rId28"/>
    </p:embeddedFont>
    <p:embeddedFont>
      <p:font typeface="Roboto" panose="02000000000000000000" pitchFamily="2" charset="0"/>
      <p:regular r:id="rId29"/>
      <p:bold r:id="rId30"/>
      <p:italic r:id="rId31"/>
      <p:boldItalic r:id="rId32"/>
    </p:embeddedFont>
    <p:embeddedFont>
      <p:font typeface="Source Sans Pro" panose="020B050303040302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ddie Ritter" initials="" lastIdx="2" clrIdx="0"/>
  <p:cmAuthor id="1" name="Megan Chen" initials=""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2"/>
    <p:restoredTop sz="96327"/>
  </p:normalViewPr>
  <p:slideViewPr>
    <p:cSldViewPr snapToGrid="0">
      <p:cViewPr varScale="1">
        <p:scale>
          <a:sx n="153" d="100"/>
          <a:sy n="153" d="100"/>
        </p:scale>
        <p:origin x="176" y="46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4-09-22T17:08:52.344" idx="1">
    <p:pos x="676" y="63"/>
    <p:text>Maybe can share what classes they have this quarter, what their favorite professor has been/what class they are looking forward to the most? Give people reasons to connect</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4-10-08T03:31:15.994" idx="1">
    <p:pos x="6000" y="0"/>
    <p:text>Anu</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4-10-08T03:31:10.965" idx="2">
    <p:pos x="6000" y="0"/>
    <p:text>Megan</p:text>
  </p:cm>
</p:cmLst>
</file>

<file path=ppt/comments/comment4.xml><?xml version="1.0" encoding="utf-8"?>
<p:cmLst xmlns:a="http://schemas.openxmlformats.org/drawingml/2006/main" xmlns:r="http://schemas.openxmlformats.org/officeDocument/2006/relationships" xmlns:p="http://schemas.openxmlformats.org/presentationml/2006/main">
  <p:cm authorId="0" dt="2024-09-22T17:08:52.344" idx="2">
    <p:pos x="694" y="139"/>
    <p:text>Maybe can share what classes they have this quarter, what their favorite professor has been/what class they are looking forward to the most? Give people reasons to connect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github.com/azzaea/admixture"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i.org/10.1038/s41586-024-07323-1"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www.pnas.org/doi/full/10.1073/pnas.1207207109#:~:text=Songbirds%20have%20analogous%20brain%20regions,responsiveness%20in%20these%20brain%20regions."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bmcinfectdis.biomedcentral.com/articles/10.1186/s12879-023-08812-w"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www.ncbi.nlm.nih.gov/pmc/articles/PMC8089399/"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2f59a1c3f00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2f59a1c3f0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2f7d2a8cab7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2f7d2a8cab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2f59a1c3f00_0_505: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2f59a1c3f00_0_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2f59a1c3f00_0_14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0" name="Google Shape;580;g2f59a1c3f00_0_14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Maybe include email addresses?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283503275b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8" name="Google Shape;588;g283503275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Bad Question Ideas:</a:t>
            </a:r>
            <a:endParaRPr/>
          </a:p>
          <a:p>
            <a:pPr marL="457200" lvl="0" indent="-298450" algn="l" rtl="0">
              <a:spcBef>
                <a:spcPts val="0"/>
              </a:spcBef>
              <a:spcAft>
                <a:spcPts val="0"/>
              </a:spcAft>
              <a:buSzPts val="1100"/>
              <a:buAutoNum type="arabicPeriod"/>
            </a:pPr>
            <a:r>
              <a:rPr lang="en"/>
              <a:t>What were you doing on July 25th of this year?</a:t>
            </a:r>
            <a:endParaRPr/>
          </a:p>
          <a:p>
            <a:pPr marL="457200" lvl="0" indent="-298450" algn="l" rtl="0">
              <a:spcBef>
                <a:spcPts val="0"/>
              </a:spcBef>
              <a:spcAft>
                <a:spcPts val="0"/>
              </a:spcAft>
              <a:buSzPts val="1100"/>
              <a:buAutoNum type="arabicPeriod"/>
            </a:pPr>
            <a:r>
              <a:rPr lang="en"/>
              <a:t>2 Truths 1 Lie</a:t>
            </a:r>
            <a:endParaRPr/>
          </a:p>
          <a:p>
            <a:pPr marL="457200" lvl="0" indent="-298450" algn="l" rtl="0">
              <a:spcBef>
                <a:spcPts val="0"/>
              </a:spcBef>
              <a:spcAft>
                <a:spcPts val="0"/>
              </a:spcAft>
              <a:buSzPts val="1100"/>
              <a:buAutoNum type="arabicPeriod"/>
            </a:pPr>
            <a:r>
              <a:rPr lang="en"/>
              <a:t>What would you do with 1000 elephants?</a:t>
            </a:r>
            <a:endParaRPr/>
          </a:p>
          <a:p>
            <a:pPr marL="0" lvl="0" indent="0" algn="l" rtl="0">
              <a:spcBef>
                <a:spcPts val="0"/>
              </a:spcBef>
              <a:spcAft>
                <a:spcPts val="0"/>
              </a:spcAft>
              <a:buNone/>
            </a:pPr>
            <a:endParaRPr/>
          </a:p>
          <a:p>
            <a:pPr marL="0" lvl="0" indent="0" algn="l" rtl="0">
              <a:spcBef>
                <a:spcPts val="0"/>
              </a:spcBef>
              <a:spcAft>
                <a:spcPts val="0"/>
              </a:spcAft>
              <a:buNone/>
            </a:pPr>
            <a:r>
              <a:rPr lang="en"/>
              <a:t>Good Questions Ideas:</a:t>
            </a:r>
            <a:endParaRPr/>
          </a:p>
          <a:p>
            <a:pPr marL="457200" lvl="0" indent="-298450" algn="l" rtl="0">
              <a:spcBef>
                <a:spcPts val="0"/>
              </a:spcBef>
              <a:spcAft>
                <a:spcPts val="0"/>
              </a:spcAft>
              <a:buSzPts val="1100"/>
              <a:buAutoNum type="arabicPeriod"/>
            </a:pPr>
            <a:r>
              <a:rPr lang="en"/>
              <a:t>What classes are you taking this quarter?</a:t>
            </a:r>
            <a:endParaRPr/>
          </a:p>
          <a:p>
            <a:pPr marL="457200" lvl="0" indent="-298450" algn="l" rtl="0">
              <a:spcBef>
                <a:spcPts val="0"/>
              </a:spcBef>
              <a:spcAft>
                <a:spcPts val="0"/>
              </a:spcAft>
              <a:buSzPts val="1100"/>
              <a:buAutoNum type="arabicPeriod"/>
            </a:pPr>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2f7d2a8cab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 name="Google Shape;594;g2f7d2a8cab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2ff3887e7eb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2ff3887e7eb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We’re going to talk about population genomics in the context of Moreno-Estrada et al. A paper looking at Caribbean populations.</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Looking at variation within an entire population</a:t>
            </a:r>
            <a:endParaRPr/>
          </a:p>
          <a:p>
            <a:pPr marL="457200" lvl="0" indent="-298450" algn="l" rtl="0">
              <a:spcBef>
                <a:spcPts val="0"/>
              </a:spcBef>
              <a:spcAft>
                <a:spcPts val="0"/>
              </a:spcAft>
              <a:buSzPts val="1100"/>
              <a:buChar char="●"/>
            </a:pPr>
            <a:endParaRPr/>
          </a:p>
          <a:p>
            <a:pPr marL="0" lvl="0" indent="0" algn="l" rtl="0">
              <a:spcBef>
                <a:spcPts val="0"/>
              </a:spcBef>
              <a:spcAft>
                <a:spcPts val="0"/>
              </a:spcAft>
              <a:buNone/>
            </a:pPr>
            <a:endParaRPr/>
          </a:p>
          <a:p>
            <a:pPr marL="0" lvl="0" indent="0" algn="l" rtl="0">
              <a:spcBef>
                <a:spcPts val="0"/>
              </a:spcBef>
              <a:spcAft>
                <a:spcPts val="0"/>
              </a:spcAft>
              <a:buNone/>
            </a:pPr>
            <a:r>
              <a:rPr lang="en"/>
              <a:t>We’re not going to talk about all of the details, but we’ll make these slides available afterward for the curious and we’ll happy to answer any questions afterward. The goal here is to just to give you a flavor of a few of the specialties inside bioinformatics.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2ff3887e7eb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2ff3887e7e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Each vertical line represents an individual</a:t>
            </a:r>
            <a:endParaRPr/>
          </a:p>
          <a:p>
            <a:pPr marL="0" lvl="0" indent="0" algn="l" rtl="0">
              <a:spcBef>
                <a:spcPts val="0"/>
              </a:spcBef>
              <a:spcAft>
                <a:spcPts val="0"/>
              </a:spcAft>
              <a:buNone/>
            </a:pPr>
            <a:r>
              <a:rPr lang="en"/>
              <a:t>Labels at the top are arbitrary</a:t>
            </a:r>
            <a:endParaRPr/>
          </a:p>
          <a:p>
            <a:pPr marL="0" lvl="0" indent="0" algn="l" rtl="0">
              <a:spcBef>
                <a:spcPts val="0"/>
              </a:spcBef>
              <a:spcAft>
                <a:spcPts val="0"/>
              </a:spcAft>
              <a:buNone/>
            </a:pPr>
            <a:r>
              <a:rPr lang="en"/>
              <a:t>One thing we can do in Population Genetics is to look at global ancestry through admixture. Very few of us are 100% from a single population group, in reality we are all admixed.</a:t>
            </a:r>
            <a:endParaRPr/>
          </a:p>
          <a:p>
            <a:pPr marL="0" lvl="0" indent="0" algn="l" rtl="0">
              <a:spcBef>
                <a:spcPts val="0"/>
              </a:spcBef>
              <a:spcAft>
                <a:spcPts val="0"/>
              </a:spcAft>
              <a:buNone/>
            </a:pPr>
            <a:endParaRPr/>
          </a:p>
          <a:p>
            <a:pPr marL="0" lvl="0" indent="0" algn="l" rtl="0">
              <a:spcBef>
                <a:spcPts val="0"/>
              </a:spcBef>
              <a:spcAft>
                <a:spcPts val="0"/>
              </a:spcAft>
              <a:buNone/>
            </a:pPr>
            <a:r>
              <a:rPr lang="en"/>
              <a:t>In this figure, each color represents an ancestral genome – a genome that no longer exists but represents a population that that many people are descended from. And each column represents an individual.</a:t>
            </a:r>
            <a:endParaRPr/>
          </a:p>
          <a:p>
            <a:pPr marL="0" lvl="0" indent="0" algn="l" rtl="0">
              <a:spcBef>
                <a:spcPts val="0"/>
              </a:spcBef>
              <a:spcAft>
                <a:spcPts val="0"/>
              </a:spcAft>
              <a:buNone/>
            </a:pPr>
            <a:endParaRPr/>
          </a:p>
          <a:p>
            <a:pPr marL="0" lvl="0" indent="0" algn="l" rtl="0">
              <a:spcBef>
                <a:spcPts val="0"/>
              </a:spcBef>
              <a:spcAft>
                <a:spcPts val="0"/>
              </a:spcAft>
              <a:buNone/>
            </a:pPr>
            <a:r>
              <a:rPr lang="en"/>
              <a:t>The top chart represents choosing 3 ancestral genomes, the bottom chart is if we choose 8 ancestral genomes.</a:t>
            </a:r>
            <a:endParaRPr/>
          </a:p>
          <a:p>
            <a:pPr marL="0" lvl="0" indent="0" algn="l" rtl="0">
              <a:spcBef>
                <a:spcPts val="0"/>
              </a:spcBef>
              <a:spcAft>
                <a:spcPts val="0"/>
              </a:spcAft>
              <a:buNone/>
            </a:pPr>
            <a:endParaRPr/>
          </a:p>
          <a:p>
            <a:pPr marL="0" lvl="0" indent="0" algn="l" rtl="0">
              <a:spcBef>
                <a:spcPts val="0"/>
              </a:spcBef>
              <a:spcAft>
                <a:spcPts val="0"/>
              </a:spcAft>
              <a:buNone/>
            </a:pPr>
            <a:r>
              <a:rPr lang="en"/>
              <a:t>Cool facts to point out:</a:t>
            </a:r>
            <a:endParaRPr/>
          </a:p>
          <a:p>
            <a:pPr marL="457200" lvl="0" indent="-298450" algn="l" rtl="0">
              <a:spcBef>
                <a:spcPts val="0"/>
              </a:spcBef>
              <a:spcAft>
                <a:spcPts val="0"/>
              </a:spcAft>
              <a:buSzPts val="1100"/>
              <a:buAutoNum type="arabicPeriod"/>
            </a:pPr>
            <a:r>
              <a:rPr lang="en"/>
              <a:t>Latin American individuals tend to be descended from both African, European, and Native American ancestral genomes.</a:t>
            </a:r>
            <a:endParaRPr/>
          </a:p>
          <a:p>
            <a:pPr marL="457200" lvl="0" indent="-298450" algn="l" rtl="0">
              <a:spcBef>
                <a:spcPts val="0"/>
              </a:spcBef>
              <a:spcAft>
                <a:spcPts val="0"/>
              </a:spcAft>
              <a:buSzPts val="1100"/>
              <a:buAutoNum type="arabicPeriod"/>
            </a:pPr>
            <a:r>
              <a:rPr lang="en"/>
              <a:t>The two charts are very different which is why intelligently choosing our parameters and carefully interpreting the results is really important. Bad bioinformaticians can perpetuate harmful stereotypes. </a:t>
            </a:r>
            <a:endParaRPr/>
          </a:p>
          <a:p>
            <a:pPr marL="457200" lvl="0" indent="-298450" algn="l" rtl="0">
              <a:spcBef>
                <a:spcPts val="0"/>
              </a:spcBef>
              <a:spcAft>
                <a:spcPts val="0"/>
              </a:spcAft>
              <a:buSzPts val="1100"/>
              <a:buAutoNum type="arabicPeriod"/>
            </a:pPr>
            <a:r>
              <a:rPr lang="en"/>
              <a:t>The African population is actually the most diverse but in this dataset you might think the opposite because it is 1 solid color. Choosing your sample is also really important for interpreting the results.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admixture tool is an optimization algorithm: </a:t>
            </a:r>
            <a:r>
              <a:rPr lang="en" u="sng">
                <a:solidFill>
                  <a:schemeClr val="hlink"/>
                </a:solidFill>
                <a:hlinkClick r:id="rId3"/>
              </a:rPr>
              <a:t>https://github.com/azzaea/admixture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2ff3887e7eb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3" name="Google Shape;613;g2ff3887e7eb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a Principal Component Analysis or PCA Plot</a:t>
            </a:r>
            <a:endParaRPr/>
          </a:p>
          <a:p>
            <a:pPr marL="0" lvl="0" indent="0" algn="l" rtl="0">
              <a:spcBef>
                <a:spcPts val="0"/>
              </a:spcBef>
              <a:spcAft>
                <a:spcPts val="0"/>
              </a:spcAft>
              <a:buNone/>
            </a:pPr>
            <a:endParaRPr/>
          </a:p>
          <a:p>
            <a:pPr marL="0" lvl="0" indent="0" algn="l" rtl="0">
              <a:spcBef>
                <a:spcPts val="0"/>
              </a:spcBef>
              <a:spcAft>
                <a:spcPts val="0"/>
              </a:spcAft>
              <a:buNone/>
            </a:pPr>
            <a:r>
              <a:rPr lang="en"/>
              <a:t>Here each dot represents an individual and they are colored by their population group. In PCA plots individuals who descend from the same ancestral genomes will tend to cluster together.</a:t>
            </a:r>
            <a:endParaRPr/>
          </a:p>
          <a:p>
            <a:pPr marL="0" lvl="0" indent="0" algn="l" rtl="0">
              <a:spcBef>
                <a:spcPts val="0"/>
              </a:spcBef>
              <a:spcAft>
                <a:spcPts val="0"/>
              </a:spcAft>
              <a:buNone/>
            </a:pPr>
            <a:endParaRPr/>
          </a:p>
          <a:p>
            <a:pPr marL="0" lvl="0" indent="0" algn="l" rtl="0">
              <a:spcBef>
                <a:spcPts val="0"/>
              </a:spcBef>
              <a:spcAft>
                <a:spcPts val="0"/>
              </a:spcAft>
              <a:buNone/>
            </a:pPr>
            <a:r>
              <a:rPr lang="en"/>
              <a:t>Cool facts to point out:</a:t>
            </a:r>
            <a:endParaRPr/>
          </a:p>
          <a:p>
            <a:pPr marL="457200" lvl="0" indent="-298450" algn="l" rtl="0">
              <a:spcBef>
                <a:spcPts val="0"/>
              </a:spcBef>
              <a:spcAft>
                <a:spcPts val="0"/>
              </a:spcAft>
              <a:buSzPts val="1100"/>
              <a:buAutoNum type="arabicPeriod"/>
            </a:pPr>
            <a:r>
              <a:rPr lang="en"/>
              <a:t>The caribbean populations are in grey and cluster most closely with the red samples corresponding to Spanish and Portuguese individuals.</a:t>
            </a:r>
            <a:endParaRPr/>
          </a:p>
          <a:p>
            <a:pPr marL="457200" lvl="0" indent="-298450" algn="l" rtl="0">
              <a:spcBef>
                <a:spcPts val="0"/>
              </a:spcBef>
              <a:spcAft>
                <a:spcPts val="0"/>
              </a:spcAft>
              <a:buSzPts val="1100"/>
              <a:buAutoNum type="arabicPeriod"/>
            </a:pPr>
            <a:r>
              <a:rPr lang="en"/>
              <a:t>These global population measures are important to calculate when performing huge analysis because they can confound our results if we don’t take them into account.</a:t>
            </a:r>
            <a:endParaRPr/>
          </a:p>
          <a:p>
            <a:pPr marL="457200" lvl="0" indent="-298450" algn="l" rtl="0">
              <a:spcBef>
                <a:spcPts val="0"/>
              </a:spcBef>
              <a:spcAft>
                <a:spcPts val="0"/>
              </a:spcAft>
              <a:buSzPts val="1100"/>
              <a:buAutoNum type="arabicPeriod"/>
            </a:pPr>
            <a:r>
              <a:rPr lang="en"/>
              <a:t>Looks similar to an actual map, same shape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ff3887e7eb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ff3887e7eb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Number refers to a chromosome</a:t>
            </a:r>
            <a:endParaRPr/>
          </a:p>
          <a:p>
            <a:pPr marL="0" lvl="0" indent="0" algn="l" rtl="0">
              <a:spcBef>
                <a:spcPts val="0"/>
              </a:spcBef>
              <a:spcAft>
                <a:spcPts val="0"/>
              </a:spcAft>
              <a:buNone/>
            </a:pPr>
            <a:r>
              <a:rPr lang="en"/>
              <a:t>Length</a:t>
            </a:r>
            <a:endParaRPr/>
          </a:p>
          <a:p>
            <a:pPr marL="0" lvl="0" indent="0" algn="l" rtl="0">
              <a:spcBef>
                <a:spcPts val="0"/>
              </a:spcBef>
              <a:spcAft>
                <a:spcPts val="0"/>
              </a:spcAft>
              <a:buNone/>
            </a:pPr>
            <a:r>
              <a:rPr lang="en"/>
              <a:t>We order chromosomes by their lengths</a:t>
            </a:r>
            <a:endParaRPr/>
          </a:p>
          <a:p>
            <a:pPr marL="0" lvl="0" indent="0" algn="l" rtl="0">
              <a:spcBef>
                <a:spcPts val="0"/>
              </a:spcBef>
              <a:spcAft>
                <a:spcPts val="0"/>
              </a:spcAft>
              <a:buNone/>
            </a:pPr>
            <a:r>
              <a:rPr lang="en"/>
              <a:t>This is for individual, admixture + PCA are for population</a:t>
            </a:r>
            <a:endParaRPr/>
          </a:p>
          <a:p>
            <a:pPr marL="0" lvl="0" indent="0" algn="l" rtl="0">
              <a:spcBef>
                <a:spcPts val="0"/>
              </a:spcBef>
              <a:spcAft>
                <a:spcPts val="0"/>
              </a:spcAft>
              <a:buNone/>
            </a:pPr>
            <a:endParaRPr/>
          </a:p>
          <a:p>
            <a:pPr marL="0" lvl="0" indent="0" algn="l" rtl="0">
              <a:spcBef>
                <a:spcPts val="0"/>
              </a:spcBef>
              <a:spcAft>
                <a:spcPts val="0"/>
              </a:spcAft>
              <a:buNone/>
            </a:pPr>
            <a:r>
              <a:rPr lang="en"/>
              <a:t>We can also zoom into a single person’s genome and look at their chromosomes. Using mathematical models we can predict which ancestral genome each part of the chromosome came from.</a:t>
            </a:r>
            <a:endParaRPr/>
          </a:p>
          <a:p>
            <a:pPr marL="0" lvl="0" indent="0" algn="l" rtl="0">
              <a:spcBef>
                <a:spcPts val="0"/>
              </a:spcBef>
              <a:spcAft>
                <a:spcPts val="0"/>
              </a:spcAft>
              <a:buNone/>
            </a:pPr>
            <a:endParaRPr/>
          </a:p>
          <a:p>
            <a:pPr marL="0" lvl="0" indent="0" algn="l" rtl="0">
              <a:spcBef>
                <a:spcPts val="0"/>
              </a:spcBef>
              <a:spcAft>
                <a:spcPts val="0"/>
              </a:spcAft>
              <a:buNone/>
            </a:pPr>
            <a:r>
              <a:rPr lang="en"/>
              <a:t>Here, each line corresponds to a chromosome and the colors indicate whether that part of the chromosome was inherited from a European, Native American, or Sub-Saharan African ancestral genome.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2ff3887e7e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2ff3887e7e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 this population genomics isn’t just interesting socioa, it can also be used for:</a:t>
            </a:r>
            <a:endParaRPr/>
          </a:p>
          <a:p>
            <a:pPr marL="0" lvl="0" indent="0" algn="l" rtl="0">
              <a:spcBef>
                <a:spcPts val="0"/>
              </a:spcBef>
              <a:spcAft>
                <a:spcPts val="0"/>
              </a:spcAft>
              <a:buNone/>
            </a:pPr>
            <a:endParaRPr/>
          </a:p>
          <a:p>
            <a:pPr marL="457200" lvl="0" indent="-298450" algn="l" rtl="0">
              <a:spcBef>
                <a:spcPts val="0"/>
              </a:spcBef>
              <a:spcAft>
                <a:spcPts val="0"/>
              </a:spcAft>
              <a:buSzPts val="1100"/>
              <a:buAutoNum type="arabicPeriod"/>
            </a:pPr>
            <a:r>
              <a:rPr lang="en"/>
              <a:t>Identifying criminals by DNA evidence, even if they haven’t given a DNA sample</a:t>
            </a:r>
            <a:endParaRPr/>
          </a:p>
          <a:p>
            <a:pPr marL="457200" lvl="0" indent="-298450" algn="l" rtl="0">
              <a:spcBef>
                <a:spcPts val="0"/>
              </a:spcBef>
              <a:spcAft>
                <a:spcPts val="0"/>
              </a:spcAft>
              <a:buSzPts val="1100"/>
              <a:buAutoNum type="arabicPeriod"/>
            </a:pPr>
            <a:r>
              <a:rPr lang="en"/>
              <a:t>Helping determine which genomic variations are responsible for many inherited diseases</a:t>
            </a:r>
            <a:endParaRPr/>
          </a:p>
          <a:p>
            <a:pPr marL="914400" lvl="1" indent="-298450" algn="l" rtl="0">
              <a:spcBef>
                <a:spcPts val="0"/>
              </a:spcBef>
              <a:spcAft>
                <a:spcPts val="0"/>
              </a:spcAft>
              <a:buSzPts val="1100"/>
              <a:buAutoNum type="alphaLcPeriod"/>
            </a:pPr>
            <a:r>
              <a:rPr lang="en"/>
              <a:t>Age-related macular degeneration is responsible for loss of vision in many elderly</a:t>
            </a:r>
            <a:endParaRPr/>
          </a:p>
          <a:p>
            <a:pPr marL="914400" lvl="1" indent="-298450" algn="l" rtl="0">
              <a:spcBef>
                <a:spcPts val="0"/>
              </a:spcBef>
              <a:spcAft>
                <a:spcPts val="0"/>
              </a:spcAft>
              <a:buSzPts val="1100"/>
              <a:buAutoNum type="alphaLcPeriod"/>
            </a:pPr>
            <a:r>
              <a:rPr lang="en"/>
              <a:t>Huntington’s disease</a:t>
            </a:r>
            <a:endParaRPr/>
          </a:p>
          <a:p>
            <a:pPr marL="914400" lvl="1" indent="-298450" algn="l" rtl="0">
              <a:spcBef>
                <a:spcPts val="0"/>
              </a:spcBef>
              <a:spcAft>
                <a:spcPts val="0"/>
              </a:spcAft>
              <a:buSzPts val="1100"/>
              <a:buAutoNum type="alphaLcPeriod"/>
            </a:pPr>
            <a:r>
              <a:rPr lang="en"/>
              <a:t>Sickle cell anemia</a:t>
            </a:r>
            <a:endParaRPr/>
          </a:p>
          <a:p>
            <a:pPr marL="914400" lvl="1" indent="-298450" algn="l" rtl="0">
              <a:spcBef>
                <a:spcPts val="0"/>
              </a:spcBef>
              <a:spcAft>
                <a:spcPts val="0"/>
              </a:spcAft>
              <a:buSzPts val="1100"/>
              <a:buAutoNum type="alphaLcPeriod"/>
            </a:pPr>
            <a:r>
              <a:rPr lang="en"/>
              <a:t>So many, many more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2ff3887e7eb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4" name="Google Shape;634;g2ff3887e7eb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Current most updated phylogenetic tree that we have</a:t>
            </a:r>
            <a:endParaRPr/>
          </a:p>
          <a:p>
            <a:pPr marL="0" lvl="0" indent="0" algn="l" rtl="0">
              <a:spcBef>
                <a:spcPts val="0"/>
              </a:spcBef>
              <a:spcAft>
                <a:spcPts val="0"/>
              </a:spcAft>
              <a:buNone/>
            </a:pPr>
            <a:endParaRPr/>
          </a:p>
          <a:p>
            <a:pPr marL="0" lvl="0" indent="0" algn="l" rtl="0">
              <a:spcBef>
                <a:spcPts val="0"/>
              </a:spcBef>
              <a:spcAft>
                <a:spcPts val="0"/>
              </a:spcAft>
              <a:buNone/>
            </a:pPr>
            <a:r>
              <a:rPr lang="en"/>
              <a:t>Phylogenetics is how we try to understand how species evolved and how they relate to each other. </a:t>
            </a:r>
            <a:endParaRPr/>
          </a:p>
          <a:p>
            <a:pPr marL="0" lvl="0" indent="0" algn="l" rtl="0">
              <a:spcBef>
                <a:spcPts val="0"/>
              </a:spcBef>
              <a:spcAft>
                <a:spcPts val="0"/>
              </a:spcAft>
              <a:buNone/>
            </a:pPr>
            <a:endParaRPr/>
          </a:p>
          <a:p>
            <a:pPr marL="0" lvl="0" indent="0" algn="l" rtl="0">
              <a:spcBef>
                <a:spcPts val="0"/>
              </a:spcBef>
              <a:spcAft>
                <a:spcPts val="0"/>
              </a:spcAft>
              <a:buNone/>
            </a:pPr>
            <a:r>
              <a:rPr lang="en"/>
              <a:t>By looking at the DNA of species we can draw the complete “Tree of Life” (pictured here) in ways that before biologists could only infer by studying the physical characteristics of several species. </a:t>
            </a:r>
            <a:endParaRPr/>
          </a:p>
          <a:p>
            <a:pPr marL="0" lvl="0" indent="0" algn="l" rtl="0">
              <a:spcBef>
                <a:spcPts val="0"/>
              </a:spcBef>
              <a:spcAft>
                <a:spcPts val="0"/>
              </a:spcAft>
              <a:buNone/>
            </a:pPr>
            <a:endParaRPr/>
          </a:p>
          <a:p>
            <a:pPr marL="0" lvl="0" indent="0" algn="l" rtl="0">
              <a:spcBef>
                <a:spcPts val="0"/>
              </a:spcBef>
              <a:spcAft>
                <a:spcPts val="0"/>
              </a:spcAft>
              <a:buNone/>
            </a:pPr>
            <a:r>
              <a:rPr lang="en"/>
              <a:t>This is incredibly important for understanding how DNA actually codes for you and me which, despite everything we know, is still mostly an open question. Understanding that share some of the same DNA coding for different organs or types of cells in our bodies allows us to study these species to understand our own biology.</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3006a3049de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3006a3049de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This is a phylogenetic tree of birds.</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For example, there is a type of neuron and neuron structure that only appears in songbirds that we think might be associated with their ability to “speak” and communicate using tones. A very similar neuronal configuration appears in humans but not in other great apes which might explain why humans can speak.</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sz="1200">
                <a:solidFill>
                  <a:srgbClr val="222222"/>
                </a:solidFill>
                <a:highlight>
                  <a:srgbClr val="FFFFFF"/>
                </a:highlight>
                <a:latin typeface="Roboto"/>
                <a:ea typeface="Roboto"/>
                <a:cs typeface="Roboto"/>
                <a:sym typeface="Roboto"/>
              </a:rPr>
              <a:t>Figure – </a:t>
            </a:r>
            <a:r>
              <a:rPr lang="en" sz="1200" u="sng">
                <a:solidFill>
                  <a:schemeClr val="hlink"/>
                </a:solidFill>
                <a:highlight>
                  <a:srgbClr val="FFFFFF"/>
                </a:highlight>
                <a:latin typeface="Roboto"/>
                <a:ea typeface="Roboto"/>
                <a:cs typeface="Roboto"/>
                <a:sym typeface="Roboto"/>
                <a:hlinkClick r:id="rId3"/>
              </a:rPr>
              <a:t>https://doi.org/10.1038/s41586-024-07323-1</a:t>
            </a:r>
            <a:endParaRPr sz="1200">
              <a:solidFill>
                <a:srgbClr val="222222"/>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en" sz="1200">
                <a:solidFill>
                  <a:srgbClr val="222222"/>
                </a:solidFill>
                <a:highlight>
                  <a:srgbClr val="FFFFFF"/>
                </a:highlight>
                <a:latin typeface="Roboto"/>
                <a:ea typeface="Roboto"/>
                <a:cs typeface="Roboto"/>
                <a:sym typeface="Roboto"/>
              </a:rPr>
              <a:t>Songbird brains – </a:t>
            </a:r>
            <a:r>
              <a:rPr lang="en" u="sng">
                <a:solidFill>
                  <a:schemeClr val="hlink"/>
                </a:solidFill>
                <a:hlinkClick r:id="rId4"/>
              </a:rPr>
              <a:t>https://www.pnas.org/doi/full/10.1073/pnas.1207207109#:~:text=Songbirds%20have%20analogous%20brain%20regions,responsiveness%20in%20these%20brain%20regions.</a:t>
            </a:r>
            <a:endParaRPr sz="1200">
              <a:solidFill>
                <a:srgbClr val="222222"/>
              </a:solidFill>
              <a:highlight>
                <a:srgbClr val="FFFFFF"/>
              </a:highlight>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2ff3887e7eb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2ff3887e7eb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 10 years our ability to sequence multiple species DNA has improved dramatically and has continued to do so. There are still thousands of interesting relationships between species that can help us understand ourselves and the world left to discover through this kind of research.</a:t>
            </a:r>
            <a:endParaRPr/>
          </a:p>
          <a:p>
            <a:pPr marL="0" lvl="0" indent="0" algn="l" rtl="0">
              <a:spcBef>
                <a:spcPts val="0"/>
              </a:spcBef>
              <a:spcAft>
                <a:spcPts val="0"/>
              </a:spcAft>
              <a:buNone/>
            </a:pPr>
            <a:endParaRPr/>
          </a:p>
          <a:p>
            <a:pPr marL="0" lvl="0" indent="0" algn="l" rtl="0">
              <a:spcBef>
                <a:spcPts val="0"/>
              </a:spcBef>
              <a:spcAft>
                <a:spcPts val="0"/>
              </a:spcAft>
              <a:buNone/>
            </a:pPr>
            <a:r>
              <a:rPr lang="en"/>
              <a:t>Check out the Zoonomia project if you are interested in learning more about these examples.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3006a3049de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3006a3049de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phylogenetic trees on viruses can help us understand which variations are widespread and can be used to prioritize vaccine or test development and deployment. </a:t>
            </a:r>
            <a:endParaRPr/>
          </a:p>
          <a:p>
            <a:pPr marL="0" lvl="0" indent="0" algn="l" rtl="0">
              <a:spcBef>
                <a:spcPts val="0"/>
              </a:spcBef>
              <a:spcAft>
                <a:spcPts val="0"/>
              </a:spcAft>
              <a:buNone/>
            </a:pPr>
            <a:endParaRPr/>
          </a:p>
          <a:p>
            <a:pPr marL="0" lvl="0" indent="0" algn="l" rtl="0">
              <a:spcBef>
                <a:spcPts val="0"/>
              </a:spcBef>
              <a:spcAft>
                <a:spcPts val="0"/>
              </a:spcAft>
              <a:buNone/>
            </a:pPr>
            <a:r>
              <a:rPr lang="en"/>
              <a:t>And they can also be used to predict and prepare for pandemics in advance by watching for new variants before they have a chance to spread. </a:t>
            </a:r>
            <a:endParaRPr/>
          </a:p>
          <a:p>
            <a:pPr marL="0" lvl="0" indent="0" algn="l" rtl="0">
              <a:spcBef>
                <a:spcPts val="0"/>
              </a:spcBef>
              <a:spcAft>
                <a:spcPts val="0"/>
              </a:spcAft>
              <a:buNone/>
            </a:pPr>
            <a:endParaRPr/>
          </a:p>
          <a:p>
            <a:pPr marL="0" lvl="0" indent="0" algn="l" rtl="0">
              <a:spcBef>
                <a:spcPts val="0"/>
              </a:spcBef>
              <a:spcAft>
                <a:spcPts val="0"/>
              </a:spcAft>
              <a:buNone/>
            </a:pPr>
            <a:r>
              <a:rPr lang="en"/>
              <a:t>Malaria Figure – </a:t>
            </a:r>
            <a:r>
              <a:rPr lang="en" u="sng">
                <a:solidFill>
                  <a:schemeClr val="hlink"/>
                </a:solidFill>
                <a:hlinkClick r:id="rId3"/>
              </a:rPr>
              <a:t>https://bmcinfectdis.biomedcentral.com/articles/10.1186/s12879-023-08812-w</a:t>
            </a:r>
            <a:endParaRPr/>
          </a:p>
          <a:p>
            <a:pPr marL="0" lvl="0" indent="0" algn="l" rtl="0">
              <a:spcBef>
                <a:spcPts val="0"/>
              </a:spcBef>
              <a:spcAft>
                <a:spcPts val="0"/>
              </a:spcAft>
              <a:buNone/>
            </a:pPr>
            <a:r>
              <a:rPr lang="en"/>
              <a:t>COVID Figure – </a:t>
            </a:r>
            <a:r>
              <a:rPr lang="en" u="sng">
                <a:solidFill>
                  <a:schemeClr val="hlink"/>
                </a:solidFill>
                <a:hlinkClick r:id="rId4"/>
              </a:rPr>
              <a:t>https://www.ncbi.nlm.nih.gov/pmc/articles/PMC8089399/</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2ff3887e7eb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2ff3887e7eb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Omics analysis is what most people think of when you say the word Bioinformatics. It’s a fundamental pre-processing step to take genomic sequences and turn them into the useful data that’s used for the analysis we’ve already covered and dozens of others.</a:t>
            </a:r>
            <a:endParaRPr/>
          </a:p>
          <a:p>
            <a:pPr marL="0" lvl="0" indent="0" algn="l" rtl="0">
              <a:spcBef>
                <a:spcPts val="0"/>
              </a:spcBef>
              <a:spcAft>
                <a:spcPts val="0"/>
              </a:spcAft>
              <a:buNone/>
            </a:pPr>
            <a:endParaRPr/>
          </a:p>
          <a:p>
            <a:pPr marL="0" lvl="0" indent="0" algn="l" rtl="0">
              <a:spcBef>
                <a:spcPts val="0"/>
              </a:spcBef>
              <a:spcAft>
                <a:spcPts val="0"/>
              </a:spcAft>
              <a:buNone/>
            </a:pPr>
            <a:r>
              <a:rPr lang="en"/>
              <a:t>Because it is so fundamental, most of your classes will cover the algorithmic basics of this step but in Workshop this year we want to introduce you to some of the other sides of Bioinformatics which you won’t hear as much about.</a:t>
            </a:r>
            <a:endParaRPr/>
          </a:p>
          <a:p>
            <a:pPr marL="0" lvl="0" indent="0" algn="l" rtl="0">
              <a:spcBef>
                <a:spcPts val="0"/>
              </a:spcBef>
              <a:spcAft>
                <a:spcPts val="0"/>
              </a:spcAft>
              <a:buNone/>
            </a:pPr>
            <a:endParaRPr/>
          </a:p>
          <a:p>
            <a:pPr marL="0" lvl="0" indent="0" algn="l" rtl="0">
              <a:spcBef>
                <a:spcPts val="0"/>
              </a:spcBef>
              <a:spcAft>
                <a:spcPts val="0"/>
              </a:spcAft>
              <a:buNone/>
            </a:pPr>
            <a:r>
              <a:rPr lang="en"/>
              <a:t>This is an example of the Smith-Waterman algorithm which you will learn about in CSE 181</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300ad28b082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4" name="Google Shape;684;g300ad28b082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human genome project </a:t>
            </a:r>
            <a:endParaRPr/>
          </a:p>
          <a:p>
            <a:pPr marL="457200" lvl="0" indent="-298450" algn="l" rtl="0">
              <a:spcBef>
                <a:spcPts val="0"/>
              </a:spcBef>
              <a:spcAft>
                <a:spcPts val="0"/>
              </a:spcAft>
              <a:buSzPts val="1100"/>
              <a:buChar char="-"/>
            </a:pPr>
            <a:r>
              <a:rPr lang="en"/>
              <a:t>Cost about $3 billion</a:t>
            </a:r>
            <a:endParaRPr/>
          </a:p>
          <a:p>
            <a:pPr marL="457200" lvl="0" indent="-298450" algn="l" rtl="0">
              <a:spcBef>
                <a:spcPts val="0"/>
              </a:spcBef>
              <a:spcAft>
                <a:spcPts val="0"/>
              </a:spcAft>
              <a:buSzPts val="1100"/>
              <a:buChar char="-"/>
            </a:pPr>
            <a:r>
              <a:rPr lang="en"/>
              <a:t>Took about 15 years</a:t>
            </a:r>
            <a:endParaRPr/>
          </a:p>
          <a:p>
            <a:pPr marL="457200" lvl="0" indent="-298450" algn="l" rtl="0">
              <a:spcBef>
                <a:spcPts val="0"/>
              </a:spcBef>
              <a:spcAft>
                <a:spcPts val="0"/>
              </a:spcAft>
              <a:buSzPts val="1100"/>
              <a:buChar char="-"/>
            </a:pPr>
            <a:r>
              <a:rPr lang="en"/>
              <a:t>Still had many gaps</a:t>
            </a:r>
            <a:endParaRPr/>
          </a:p>
          <a:p>
            <a:pPr marL="0" lvl="0" indent="0" algn="l" rtl="0">
              <a:spcBef>
                <a:spcPts val="0"/>
              </a:spcBef>
              <a:spcAft>
                <a:spcPts val="0"/>
              </a:spcAft>
              <a:buNone/>
            </a:pPr>
            <a:r>
              <a:rPr lang="en"/>
              <a:t>Not until 2022 did we get the first actual complete human genome. T2T.</a:t>
            </a:r>
            <a:endParaRPr/>
          </a:p>
          <a:p>
            <a:pPr marL="0" lvl="0" indent="0" algn="l" rtl="0">
              <a:spcBef>
                <a:spcPts val="0"/>
              </a:spcBef>
              <a:spcAft>
                <a:spcPts val="0"/>
              </a:spcAft>
              <a:buNone/>
            </a:pPr>
            <a:r>
              <a:rPr lang="en"/>
              <a:t>Today a full human genome costs ~$500 and the kind used for ancestry analysis like in 23andMe is less than $100.</a:t>
            </a:r>
            <a:endParaRPr/>
          </a:p>
          <a:p>
            <a:pPr marL="0" lvl="0" indent="0" algn="l" rtl="0">
              <a:spcBef>
                <a:spcPts val="0"/>
              </a:spcBef>
              <a:spcAft>
                <a:spcPts val="0"/>
              </a:spcAft>
              <a:buNone/>
            </a:pPr>
            <a:endParaRPr/>
          </a:p>
          <a:p>
            <a:pPr marL="0" lvl="0" indent="0" algn="l" rtl="0">
              <a:spcBef>
                <a:spcPts val="0"/>
              </a:spcBef>
              <a:spcAft>
                <a:spcPts val="0"/>
              </a:spcAft>
              <a:buNone/>
            </a:pPr>
            <a:r>
              <a:rPr lang="en"/>
              <a:t>Sequencing is hard and there are many physical and computational challenges that had to be overcome to get to where we are now. You will learn about many of the algorithms </a:t>
            </a:r>
            <a:r>
              <a:rPr lang="en">
                <a:solidFill>
                  <a:schemeClr val="dk1"/>
                </a:solidFill>
              </a:rPr>
              <a:t>required </a:t>
            </a:r>
            <a:r>
              <a:rPr lang="en"/>
              <a:t>like alignment and genome constructions in your courses. So we won’t go into too much depth here.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2f85f309db6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1" name="Google Shape;691;g2f85f309db6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Bad Question Ideas:</a:t>
            </a:r>
            <a:endParaRPr/>
          </a:p>
          <a:p>
            <a:pPr marL="457200" lvl="0" indent="-298450" algn="l" rtl="0">
              <a:spcBef>
                <a:spcPts val="0"/>
              </a:spcBef>
              <a:spcAft>
                <a:spcPts val="0"/>
              </a:spcAft>
              <a:buSzPts val="1100"/>
              <a:buAutoNum type="arabicPeriod"/>
            </a:pPr>
            <a:r>
              <a:rPr lang="en"/>
              <a:t>What were you doing on July 25th of this year?</a:t>
            </a:r>
            <a:endParaRPr/>
          </a:p>
          <a:p>
            <a:pPr marL="457200" lvl="0" indent="-298450" algn="l" rtl="0">
              <a:spcBef>
                <a:spcPts val="0"/>
              </a:spcBef>
              <a:spcAft>
                <a:spcPts val="0"/>
              </a:spcAft>
              <a:buSzPts val="1100"/>
              <a:buAutoNum type="arabicPeriod"/>
            </a:pPr>
            <a:r>
              <a:rPr lang="en"/>
              <a:t>2 Truths 1 Lie</a:t>
            </a:r>
            <a:endParaRPr/>
          </a:p>
          <a:p>
            <a:pPr marL="457200" lvl="0" indent="-298450" algn="l" rtl="0">
              <a:spcBef>
                <a:spcPts val="0"/>
              </a:spcBef>
              <a:spcAft>
                <a:spcPts val="0"/>
              </a:spcAft>
              <a:buSzPts val="1100"/>
              <a:buAutoNum type="arabicPeriod"/>
            </a:pPr>
            <a:r>
              <a:rPr lang="en"/>
              <a:t>What would you do with 1000 elephants?</a:t>
            </a:r>
            <a:endParaRPr/>
          </a:p>
          <a:p>
            <a:pPr marL="0" lvl="0" indent="0" algn="l" rtl="0">
              <a:spcBef>
                <a:spcPts val="0"/>
              </a:spcBef>
              <a:spcAft>
                <a:spcPts val="0"/>
              </a:spcAft>
              <a:buNone/>
            </a:pPr>
            <a:endParaRPr/>
          </a:p>
          <a:p>
            <a:pPr marL="0" lvl="0" indent="0" algn="l" rtl="0">
              <a:spcBef>
                <a:spcPts val="0"/>
              </a:spcBef>
              <a:spcAft>
                <a:spcPts val="0"/>
              </a:spcAft>
              <a:buNone/>
            </a:pPr>
            <a:r>
              <a:rPr lang="en"/>
              <a:t>Good Questions Ideas:</a:t>
            </a:r>
            <a:endParaRPr/>
          </a:p>
          <a:p>
            <a:pPr marL="457200" lvl="0" indent="-298450" algn="l" rtl="0">
              <a:spcBef>
                <a:spcPts val="0"/>
              </a:spcBef>
              <a:spcAft>
                <a:spcPts val="0"/>
              </a:spcAft>
              <a:buSzPts val="1100"/>
              <a:buAutoNum type="arabicPeriod"/>
            </a:pPr>
            <a:r>
              <a:rPr lang="en"/>
              <a:t>What classes are you taking this quarter?</a:t>
            </a:r>
            <a:endParaRPr/>
          </a:p>
          <a:p>
            <a:pPr marL="457200" lvl="0" indent="-298450" algn="l" rtl="0">
              <a:spcBef>
                <a:spcPts val="0"/>
              </a:spcBef>
              <a:spcAft>
                <a:spcPts val="0"/>
              </a:spcAft>
              <a:buSzPts val="1100"/>
              <a:buAutoNum type="arabicPeriod"/>
            </a:pPr>
            <a:endParaRPr/>
          </a:p>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2f59a1c3f00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2f59a1c3f00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Workshops are NOT continuous, so people don’t have to have come to the previous one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2f758ec37b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2f758ec37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3090ac95c9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4" name="Google Shape;724;g3090ac95c9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2f59a1c3f00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2f59a1c3f00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Students will create their own Google Colab Notebook</a:t>
            </a:r>
            <a:endParaRPr/>
          </a:p>
          <a:p>
            <a:pPr marL="0" lvl="0" indent="0" algn="l" rtl="0">
              <a:spcBef>
                <a:spcPts val="0"/>
              </a:spcBef>
              <a:spcAft>
                <a:spcPts val="0"/>
              </a:spcAft>
              <a:buNone/>
            </a:pPr>
            <a:r>
              <a:rPr lang="en"/>
              <a:t>One person up at the front walking through these exercises / examples, everyone else wander</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lt1"/>
        </a:solidFill>
        <a:effectLst/>
      </p:bgPr>
    </p:bg>
    <p:spTree>
      <p:nvGrpSpPr>
        <p:cNvPr id="1" name="Shape 8"/>
        <p:cNvGrpSpPr/>
        <p:nvPr/>
      </p:nvGrpSpPr>
      <p:grpSpPr>
        <a:xfrm>
          <a:off x="0" y="0"/>
          <a:ext cx="0" cy="0"/>
          <a:chOff x="0" y="0"/>
          <a:chExt cx="0" cy="0"/>
        </a:xfrm>
      </p:grpSpPr>
      <p:sp>
        <p:nvSpPr>
          <p:cNvPr id="9" name="Google Shape;9;p2"/>
          <p:cNvSpPr/>
          <p:nvPr/>
        </p:nvSpPr>
        <p:spPr>
          <a:xfrm>
            <a:off x="-26725" y="3532375"/>
            <a:ext cx="9210650" cy="1302680"/>
          </a:xfrm>
          <a:custGeom>
            <a:avLst/>
            <a:gdLst/>
            <a:ahLst/>
            <a:cxnLst/>
            <a:rect l="l" t="t" r="r" b="b"/>
            <a:pathLst>
              <a:path w="368426" h="126905" extrusionOk="0">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10" name="Google Shape;10;p2"/>
          <p:cNvSpPr/>
          <p:nvPr/>
        </p:nvSpPr>
        <p:spPr>
          <a:xfrm>
            <a:off x="-26725" y="3663700"/>
            <a:ext cx="9210650" cy="1529774"/>
          </a:xfrm>
          <a:custGeom>
            <a:avLst/>
            <a:gdLst/>
            <a:ahLst/>
            <a:cxnLst/>
            <a:rect l="l" t="t" r="r" b="b"/>
            <a:pathLst>
              <a:path w="368426" h="121652" extrusionOk="0">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11" name="Google Shape;11;p2"/>
          <p:cNvSpPr/>
          <p:nvPr/>
        </p:nvSpPr>
        <p:spPr>
          <a:xfrm rot="8100000">
            <a:off x="1875856" y="3381094"/>
            <a:ext cx="122612" cy="122612"/>
          </a:xfrm>
          <a:prstGeom prst="teardrop">
            <a:avLst>
              <a:gd name="adj" fmla="val 100000"/>
            </a:avLst>
          </a:prstGeom>
          <a:solidFill>
            <a:srgbClr val="E69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8100000">
            <a:off x="6047081" y="3578244"/>
            <a:ext cx="122612" cy="122612"/>
          </a:xfrm>
          <a:prstGeom prst="teardrop">
            <a:avLst>
              <a:gd name="adj" fmla="val 100000"/>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 name="Google Shape;13;p2"/>
          <p:cNvGrpSpPr/>
          <p:nvPr/>
        </p:nvGrpSpPr>
        <p:grpSpPr>
          <a:xfrm>
            <a:off x="-5312" y="3629038"/>
            <a:ext cx="9167825" cy="595300"/>
            <a:chOff x="-9525" y="4462475"/>
            <a:chExt cx="9167825" cy="595300"/>
          </a:xfrm>
        </p:grpSpPr>
        <p:sp>
          <p:nvSpPr>
            <p:cNvPr id="14" name="Google Shape;14;p2"/>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15" name="Google Shape;15;p2"/>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16" name="Google Shape;16;p2"/>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17" name="Google Shape;17;p2"/>
          <p:cNvGrpSpPr/>
          <p:nvPr/>
        </p:nvGrpSpPr>
        <p:grpSpPr>
          <a:xfrm>
            <a:off x="-42787" y="3605288"/>
            <a:ext cx="9229575" cy="642788"/>
            <a:chOff x="-42837" y="4443488"/>
            <a:chExt cx="9229575" cy="642788"/>
          </a:xfrm>
        </p:grpSpPr>
        <p:sp>
          <p:nvSpPr>
            <p:cNvPr id="18" name="Google Shape;18;p2"/>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 name="Google Shape;43;p2"/>
          <p:cNvSpPr/>
          <p:nvPr/>
        </p:nvSpPr>
        <p:spPr>
          <a:xfrm>
            <a:off x="2990700" y="37480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085700" y="40337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4895700" y="36778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rot="8100000">
            <a:off x="8699949" y="3490969"/>
            <a:ext cx="122612" cy="122612"/>
          </a:xfrm>
          <a:prstGeom prst="teardrop">
            <a:avLst>
              <a:gd name="adj" fmla="val 100000"/>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txBox="1">
            <a:spLocks noGrp="1"/>
          </p:cNvSpPr>
          <p:nvPr>
            <p:ph type="ctrTitle"/>
          </p:nvPr>
        </p:nvSpPr>
        <p:spPr>
          <a:xfrm>
            <a:off x="356000" y="4077875"/>
            <a:ext cx="8658600" cy="1159800"/>
          </a:xfrm>
          <a:prstGeom prst="rect">
            <a:avLst/>
          </a:prstGeom>
        </p:spPr>
        <p:txBody>
          <a:bodyPr spcFirstLastPara="1" wrap="square" lIns="91425" tIns="91425" rIns="91425" bIns="91425" anchor="ctr" anchorCtr="0">
            <a:noAutofit/>
          </a:bodyPr>
          <a:lstStyle>
            <a:lvl1pPr lvl="0" algn="r">
              <a:spcBef>
                <a:spcPts val="0"/>
              </a:spcBef>
              <a:spcAft>
                <a:spcPts val="0"/>
              </a:spcAft>
              <a:buClr>
                <a:srgbClr val="FFFFFF"/>
              </a:buClr>
              <a:buSzPts val="2800"/>
              <a:buFont typeface="Lora"/>
              <a:buNone/>
              <a:defRPr sz="2800">
                <a:solidFill>
                  <a:srgbClr val="FFFFFF"/>
                </a:solidFill>
                <a:latin typeface="Lora"/>
                <a:ea typeface="Lora"/>
                <a:cs typeface="Lora"/>
                <a:sym typeface="Lora"/>
              </a:defRPr>
            </a:lvl1pPr>
            <a:lvl2pPr lvl="1" algn="r">
              <a:spcBef>
                <a:spcPts val="0"/>
              </a:spcBef>
              <a:spcAft>
                <a:spcPts val="0"/>
              </a:spcAft>
              <a:buClr>
                <a:srgbClr val="FFFFFF"/>
              </a:buClr>
              <a:buSzPts val="4800"/>
              <a:buNone/>
              <a:defRPr sz="4800">
                <a:solidFill>
                  <a:srgbClr val="FFFFFF"/>
                </a:solidFill>
              </a:defRPr>
            </a:lvl2pPr>
            <a:lvl3pPr lvl="2" algn="r">
              <a:spcBef>
                <a:spcPts val="0"/>
              </a:spcBef>
              <a:spcAft>
                <a:spcPts val="0"/>
              </a:spcAft>
              <a:buClr>
                <a:srgbClr val="FFFFFF"/>
              </a:buClr>
              <a:buSzPts val="4800"/>
              <a:buNone/>
              <a:defRPr sz="4800">
                <a:solidFill>
                  <a:srgbClr val="FFFFFF"/>
                </a:solidFill>
              </a:defRPr>
            </a:lvl3pPr>
            <a:lvl4pPr lvl="3" algn="r">
              <a:spcBef>
                <a:spcPts val="0"/>
              </a:spcBef>
              <a:spcAft>
                <a:spcPts val="0"/>
              </a:spcAft>
              <a:buClr>
                <a:srgbClr val="FFFFFF"/>
              </a:buClr>
              <a:buSzPts val="4800"/>
              <a:buNone/>
              <a:defRPr sz="4800">
                <a:solidFill>
                  <a:srgbClr val="FFFFFF"/>
                </a:solidFill>
              </a:defRPr>
            </a:lvl4pPr>
            <a:lvl5pPr lvl="4" algn="r">
              <a:spcBef>
                <a:spcPts val="0"/>
              </a:spcBef>
              <a:spcAft>
                <a:spcPts val="0"/>
              </a:spcAft>
              <a:buClr>
                <a:srgbClr val="FFFFFF"/>
              </a:buClr>
              <a:buSzPts val="4800"/>
              <a:buNone/>
              <a:defRPr sz="4800">
                <a:solidFill>
                  <a:srgbClr val="FFFFFF"/>
                </a:solidFill>
              </a:defRPr>
            </a:lvl5pPr>
            <a:lvl6pPr lvl="5" algn="r">
              <a:spcBef>
                <a:spcPts val="0"/>
              </a:spcBef>
              <a:spcAft>
                <a:spcPts val="0"/>
              </a:spcAft>
              <a:buClr>
                <a:srgbClr val="FFFFFF"/>
              </a:buClr>
              <a:buSzPts val="4800"/>
              <a:buNone/>
              <a:defRPr sz="4800">
                <a:solidFill>
                  <a:srgbClr val="FFFFFF"/>
                </a:solidFill>
              </a:defRPr>
            </a:lvl6pPr>
            <a:lvl7pPr lvl="6" algn="r">
              <a:spcBef>
                <a:spcPts val="0"/>
              </a:spcBef>
              <a:spcAft>
                <a:spcPts val="0"/>
              </a:spcAft>
              <a:buClr>
                <a:srgbClr val="FFFFFF"/>
              </a:buClr>
              <a:buSzPts val="4800"/>
              <a:buNone/>
              <a:defRPr sz="4800">
                <a:solidFill>
                  <a:srgbClr val="FFFFFF"/>
                </a:solidFill>
              </a:defRPr>
            </a:lvl7pPr>
            <a:lvl8pPr lvl="7" algn="r">
              <a:spcBef>
                <a:spcPts val="0"/>
              </a:spcBef>
              <a:spcAft>
                <a:spcPts val="0"/>
              </a:spcAft>
              <a:buClr>
                <a:srgbClr val="FFFFFF"/>
              </a:buClr>
              <a:buSzPts val="4800"/>
              <a:buNone/>
              <a:defRPr sz="4800">
                <a:solidFill>
                  <a:srgbClr val="FFFFFF"/>
                </a:solidFill>
              </a:defRPr>
            </a:lvl8pPr>
            <a:lvl9pPr lvl="8" algn="r">
              <a:spcBef>
                <a:spcPts val="0"/>
              </a:spcBef>
              <a:spcAft>
                <a:spcPts val="0"/>
              </a:spcAft>
              <a:buClr>
                <a:srgbClr val="FFFFFF"/>
              </a:buClr>
              <a:buSzPts val="4800"/>
              <a:buNone/>
              <a:defRPr sz="4800">
                <a:solidFill>
                  <a:srgbClr val="FFFFFF"/>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48"/>
        <p:cNvGrpSpPr/>
        <p:nvPr/>
      </p:nvGrpSpPr>
      <p:grpSpPr>
        <a:xfrm>
          <a:off x="0" y="0"/>
          <a:ext cx="0" cy="0"/>
          <a:chOff x="0" y="0"/>
          <a:chExt cx="0" cy="0"/>
        </a:xfrm>
      </p:grpSpPr>
      <p:sp>
        <p:nvSpPr>
          <p:cNvPr id="49" name="Google Shape;49;p3"/>
          <p:cNvSpPr/>
          <p:nvPr/>
        </p:nvSpPr>
        <p:spPr>
          <a:xfrm>
            <a:off x="-26775" y="2008375"/>
            <a:ext cx="9210650" cy="3172625"/>
          </a:xfrm>
          <a:custGeom>
            <a:avLst/>
            <a:gdLst/>
            <a:ahLst/>
            <a:cxnLst/>
            <a:rect l="l" t="t" r="r" b="b"/>
            <a:pathLst>
              <a:path w="368426" h="126905" extrusionOk="0">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50" name="Google Shape;50;p3"/>
          <p:cNvSpPr/>
          <p:nvPr/>
        </p:nvSpPr>
        <p:spPr>
          <a:xfrm>
            <a:off x="-26775" y="2139700"/>
            <a:ext cx="9210650" cy="3041300"/>
          </a:xfrm>
          <a:custGeom>
            <a:avLst/>
            <a:gdLst/>
            <a:ahLst/>
            <a:cxnLst/>
            <a:rect l="l" t="t" r="r" b="b"/>
            <a:pathLst>
              <a:path w="368426" h="121652" extrusionOk="0">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51" name="Google Shape;51;p3"/>
          <p:cNvSpPr/>
          <p:nvPr/>
        </p:nvSpPr>
        <p:spPr>
          <a:xfrm rot="8100000">
            <a:off x="1847981" y="1814569"/>
            <a:ext cx="122612" cy="122612"/>
          </a:xfrm>
          <a:prstGeom prst="teardrop">
            <a:avLst>
              <a:gd name="adj" fmla="val 100000"/>
            </a:avLst>
          </a:prstGeom>
          <a:solidFill>
            <a:srgbClr val="AFF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rot="8100000">
            <a:off x="6038981" y="2098419"/>
            <a:ext cx="122612" cy="122612"/>
          </a:xfrm>
          <a:prstGeom prst="teardrop">
            <a:avLst>
              <a:gd name="adj" fmla="val 100000"/>
            </a:avLst>
          </a:prstGeom>
          <a:noFill/>
          <a:ln w="28575" cap="flat" cmpd="sng">
            <a:solidFill>
              <a:srgbClr val="00CEF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8100000">
            <a:off x="7181981" y="2131769"/>
            <a:ext cx="122612" cy="122612"/>
          </a:xfrm>
          <a:prstGeom prst="teardrop">
            <a:avLst>
              <a:gd name="adj" fmla="val 100000"/>
            </a:avLst>
          </a:prstGeom>
          <a:solidFill>
            <a:srgbClr val="00CE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 name="Google Shape;54;p3"/>
          <p:cNvGrpSpPr/>
          <p:nvPr/>
        </p:nvGrpSpPr>
        <p:grpSpPr>
          <a:xfrm>
            <a:off x="-9525" y="2024075"/>
            <a:ext cx="9167825" cy="595300"/>
            <a:chOff x="-9525" y="4462475"/>
            <a:chExt cx="9167825" cy="595300"/>
          </a:xfrm>
        </p:grpSpPr>
        <p:sp>
          <p:nvSpPr>
            <p:cNvPr id="55" name="Google Shape;55;p3"/>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56" name="Google Shape;56;p3"/>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57" name="Google Shape;57;p3"/>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58" name="Google Shape;58;p3"/>
          <p:cNvGrpSpPr/>
          <p:nvPr/>
        </p:nvGrpSpPr>
        <p:grpSpPr>
          <a:xfrm>
            <a:off x="-42837" y="2005088"/>
            <a:ext cx="9229575" cy="642788"/>
            <a:chOff x="-42837" y="4443488"/>
            <a:chExt cx="9229575" cy="642788"/>
          </a:xfrm>
        </p:grpSpPr>
        <p:sp>
          <p:nvSpPr>
            <p:cNvPr id="59" name="Google Shape;59;p3"/>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3"/>
          <p:cNvSpPr/>
          <p:nvPr/>
        </p:nvSpPr>
        <p:spPr>
          <a:xfrm>
            <a:off x="2990700" y="21478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1085700" y="24335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4895700" y="20776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p:nvPr/>
        </p:nvSpPr>
        <p:spPr>
          <a:xfrm rot="8100000">
            <a:off x="8699949" y="1890769"/>
            <a:ext cx="122612" cy="122612"/>
          </a:xfrm>
          <a:prstGeom prst="teardrop">
            <a:avLst>
              <a:gd name="adj" fmla="val 100000"/>
            </a:avLst>
          </a:prstGeom>
          <a:noFill/>
          <a:ln w="28575" cap="flat" cmpd="sng">
            <a:solidFill>
              <a:srgbClr val="AFF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txBox="1">
            <a:spLocks noGrp="1"/>
          </p:cNvSpPr>
          <p:nvPr>
            <p:ph type="ctrTitle"/>
          </p:nvPr>
        </p:nvSpPr>
        <p:spPr>
          <a:xfrm>
            <a:off x="2309350" y="3031150"/>
            <a:ext cx="5214600" cy="11598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FFFFFF"/>
              </a:buClr>
              <a:buSzPts val="3600"/>
              <a:buFont typeface="Lora"/>
              <a:buNone/>
              <a:defRPr sz="3600">
                <a:solidFill>
                  <a:srgbClr val="FFFFFF"/>
                </a:solidFill>
                <a:latin typeface="Lora"/>
                <a:ea typeface="Lora"/>
                <a:cs typeface="Lora"/>
                <a:sym typeface="Lora"/>
              </a:defRPr>
            </a:lvl1pPr>
            <a:lvl2pPr lvl="1" algn="r" rtl="0">
              <a:spcBef>
                <a:spcPts val="0"/>
              </a:spcBef>
              <a:spcAft>
                <a:spcPts val="0"/>
              </a:spcAft>
              <a:buClr>
                <a:srgbClr val="FFFFFF"/>
              </a:buClr>
              <a:buSzPts val="3600"/>
              <a:buNone/>
              <a:defRPr sz="3600">
                <a:solidFill>
                  <a:srgbClr val="FFFFFF"/>
                </a:solidFill>
              </a:defRPr>
            </a:lvl2pPr>
            <a:lvl3pPr lvl="2" algn="r" rtl="0">
              <a:spcBef>
                <a:spcPts val="0"/>
              </a:spcBef>
              <a:spcAft>
                <a:spcPts val="0"/>
              </a:spcAft>
              <a:buClr>
                <a:srgbClr val="FFFFFF"/>
              </a:buClr>
              <a:buSzPts val="3600"/>
              <a:buNone/>
              <a:defRPr sz="3600">
                <a:solidFill>
                  <a:srgbClr val="FFFFFF"/>
                </a:solidFill>
              </a:defRPr>
            </a:lvl3pPr>
            <a:lvl4pPr lvl="3" algn="r" rtl="0">
              <a:spcBef>
                <a:spcPts val="0"/>
              </a:spcBef>
              <a:spcAft>
                <a:spcPts val="0"/>
              </a:spcAft>
              <a:buClr>
                <a:srgbClr val="FFFFFF"/>
              </a:buClr>
              <a:buSzPts val="3600"/>
              <a:buNone/>
              <a:defRPr sz="3600">
                <a:solidFill>
                  <a:srgbClr val="FFFFFF"/>
                </a:solidFill>
              </a:defRPr>
            </a:lvl4pPr>
            <a:lvl5pPr lvl="4" algn="r" rtl="0">
              <a:spcBef>
                <a:spcPts val="0"/>
              </a:spcBef>
              <a:spcAft>
                <a:spcPts val="0"/>
              </a:spcAft>
              <a:buClr>
                <a:srgbClr val="FFFFFF"/>
              </a:buClr>
              <a:buSzPts val="3600"/>
              <a:buNone/>
              <a:defRPr sz="3600">
                <a:solidFill>
                  <a:srgbClr val="FFFFFF"/>
                </a:solidFill>
              </a:defRPr>
            </a:lvl5pPr>
            <a:lvl6pPr lvl="5" algn="r" rtl="0">
              <a:spcBef>
                <a:spcPts val="0"/>
              </a:spcBef>
              <a:spcAft>
                <a:spcPts val="0"/>
              </a:spcAft>
              <a:buClr>
                <a:srgbClr val="FFFFFF"/>
              </a:buClr>
              <a:buSzPts val="3600"/>
              <a:buNone/>
              <a:defRPr sz="3600">
                <a:solidFill>
                  <a:srgbClr val="FFFFFF"/>
                </a:solidFill>
              </a:defRPr>
            </a:lvl6pPr>
            <a:lvl7pPr lvl="6" algn="r" rtl="0">
              <a:spcBef>
                <a:spcPts val="0"/>
              </a:spcBef>
              <a:spcAft>
                <a:spcPts val="0"/>
              </a:spcAft>
              <a:buClr>
                <a:srgbClr val="FFFFFF"/>
              </a:buClr>
              <a:buSzPts val="3600"/>
              <a:buNone/>
              <a:defRPr sz="3600">
                <a:solidFill>
                  <a:srgbClr val="FFFFFF"/>
                </a:solidFill>
              </a:defRPr>
            </a:lvl7pPr>
            <a:lvl8pPr lvl="7" algn="r" rtl="0">
              <a:spcBef>
                <a:spcPts val="0"/>
              </a:spcBef>
              <a:spcAft>
                <a:spcPts val="0"/>
              </a:spcAft>
              <a:buClr>
                <a:srgbClr val="FFFFFF"/>
              </a:buClr>
              <a:buSzPts val="3600"/>
              <a:buNone/>
              <a:defRPr sz="3600">
                <a:solidFill>
                  <a:srgbClr val="FFFFFF"/>
                </a:solidFill>
              </a:defRPr>
            </a:lvl8pPr>
            <a:lvl9pPr lvl="8" algn="r" rtl="0">
              <a:spcBef>
                <a:spcPts val="0"/>
              </a:spcBef>
              <a:spcAft>
                <a:spcPts val="0"/>
              </a:spcAft>
              <a:buClr>
                <a:srgbClr val="FFFFFF"/>
              </a:buClr>
              <a:buSzPts val="3600"/>
              <a:buNone/>
              <a:defRPr sz="3600">
                <a:solidFill>
                  <a:srgbClr val="FFFFFF"/>
                </a:solidFill>
              </a:defRPr>
            </a:lvl9pPr>
          </a:lstStyle>
          <a:p>
            <a:endParaRPr/>
          </a:p>
        </p:txBody>
      </p:sp>
      <p:sp>
        <p:nvSpPr>
          <p:cNvPr id="89" name="Google Shape;89;p3"/>
          <p:cNvSpPr txBox="1">
            <a:spLocks noGrp="1"/>
          </p:cNvSpPr>
          <p:nvPr>
            <p:ph type="subTitle" idx="1"/>
          </p:nvPr>
        </p:nvSpPr>
        <p:spPr>
          <a:xfrm>
            <a:off x="2309441" y="4059250"/>
            <a:ext cx="5214600" cy="784800"/>
          </a:xfrm>
          <a:prstGeom prst="rect">
            <a:avLst/>
          </a:prstGeom>
        </p:spPr>
        <p:txBody>
          <a:bodyPr spcFirstLastPara="1" wrap="square" lIns="91425" tIns="91425" rIns="91425" bIns="91425" anchor="ctr" anchorCtr="0">
            <a:normAutofit/>
          </a:bodyPr>
          <a:lstStyle>
            <a:lvl1pPr lvl="0" algn="r" rtl="0">
              <a:spcBef>
                <a:spcPts val="0"/>
              </a:spcBef>
              <a:spcAft>
                <a:spcPts val="0"/>
              </a:spcAft>
              <a:buClr>
                <a:srgbClr val="FFFFFF"/>
              </a:buClr>
              <a:buSzPts val="1500"/>
              <a:buFont typeface="Lora"/>
              <a:buNone/>
              <a:defRPr>
                <a:solidFill>
                  <a:srgbClr val="FFFFFF"/>
                </a:solidFill>
                <a:latin typeface="Lora"/>
                <a:ea typeface="Lora"/>
                <a:cs typeface="Lora"/>
                <a:sym typeface="Lora"/>
              </a:defRPr>
            </a:lvl1pPr>
            <a:lvl2pPr lvl="1" algn="r" rtl="0">
              <a:spcBef>
                <a:spcPts val="0"/>
              </a:spcBef>
              <a:spcAft>
                <a:spcPts val="0"/>
              </a:spcAft>
              <a:buClr>
                <a:srgbClr val="FFFFFF"/>
              </a:buClr>
              <a:buSzPts val="3000"/>
              <a:buNone/>
              <a:defRPr sz="3000">
                <a:solidFill>
                  <a:srgbClr val="FFFFFF"/>
                </a:solidFill>
              </a:defRPr>
            </a:lvl2pPr>
            <a:lvl3pPr lvl="2" algn="r" rtl="0">
              <a:spcBef>
                <a:spcPts val="0"/>
              </a:spcBef>
              <a:spcAft>
                <a:spcPts val="0"/>
              </a:spcAft>
              <a:buClr>
                <a:srgbClr val="FFFFFF"/>
              </a:buClr>
              <a:buSzPts val="3000"/>
              <a:buNone/>
              <a:defRPr sz="3000">
                <a:solidFill>
                  <a:srgbClr val="FFFFFF"/>
                </a:solidFill>
              </a:defRPr>
            </a:lvl3pPr>
            <a:lvl4pPr lvl="3" algn="r" rtl="0">
              <a:spcBef>
                <a:spcPts val="0"/>
              </a:spcBef>
              <a:spcAft>
                <a:spcPts val="0"/>
              </a:spcAft>
              <a:buClr>
                <a:srgbClr val="FFFFFF"/>
              </a:buClr>
              <a:buSzPts val="3000"/>
              <a:buNone/>
              <a:defRPr sz="3000">
                <a:solidFill>
                  <a:srgbClr val="FFFFFF"/>
                </a:solidFill>
              </a:defRPr>
            </a:lvl4pPr>
            <a:lvl5pPr lvl="4" algn="r" rtl="0">
              <a:spcBef>
                <a:spcPts val="0"/>
              </a:spcBef>
              <a:spcAft>
                <a:spcPts val="0"/>
              </a:spcAft>
              <a:buClr>
                <a:srgbClr val="FFFFFF"/>
              </a:buClr>
              <a:buSzPts val="3000"/>
              <a:buNone/>
              <a:defRPr sz="3000">
                <a:solidFill>
                  <a:srgbClr val="FFFFFF"/>
                </a:solidFill>
              </a:defRPr>
            </a:lvl5pPr>
            <a:lvl6pPr lvl="5" algn="r" rtl="0">
              <a:spcBef>
                <a:spcPts val="0"/>
              </a:spcBef>
              <a:spcAft>
                <a:spcPts val="0"/>
              </a:spcAft>
              <a:buClr>
                <a:srgbClr val="FFFFFF"/>
              </a:buClr>
              <a:buSzPts val="3000"/>
              <a:buNone/>
              <a:defRPr sz="3000">
                <a:solidFill>
                  <a:srgbClr val="FFFFFF"/>
                </a:solidFill>
              </a:defRPr>
            </a:lvl6pPr>
            <a:lvl7pPr lvl="6" algn="r" rtl="0">
              <a:spcBef>
                <a:spcPts val="0"/>
              </a:spcBef>
              <a:spcAft>
                <a:spcPts val="0"/>
              </a:spcAft>
              <a:buClr>
                <a:srgbClr val="FFFFFF"/>
              </a:buClr>
              <a:buSzPts val="3000"/>
              <a:buNone/>
              <a:defRPr sz="3000">
                <a:solidFill>
                  <a:srgbClr val="FFFFFF"/>
                </a:solidFill>
              </a:defRPr>
            </a:lvl7pPr>
            <a:lvl8pPr lvl="7" algn="r" rtl="0">
              <a:spcBef>
                <a:spcPts val="0"/>
              </a:spcBef>
              <a:spcAft>
                <a:spcPts val="0"/>
              </a:spcAft>
              <a:buClr>
                <a:srgbClr val="FFFFFF"/>
              </a:buClr>
              <a:buSzPts val="3000"/>
              <a:buNone/>
              <a:defRPr sz="3000">
                <a:solidFill>
                  <a:srgbClr val="FFFFFF"/>
                </a:solidFill>
              </a:defRPr>
            </a:lvl8pPr>
            <a:lvl9pPr lvl="8" algn="r" rtl="0">
              <a:spcBef>
                <a:spcPts val="0"/>
              </a:spcBef>
              <a:spcAft>
                <a:spcPts val="0"/>
              </a:spcAft>
              <a:buClr>
                <a:srgbClr val="FFFFFF"/>
              </a:buClr>
              <a:buSzPts val="3000"/>
              <a:buNone/>
              <a:defRPr sz="3000">
                <a:solidFill>
                  <a:srgbClr val="FFFFFF"/>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itle 1">
  <p:cSld name="TITLE_1_1">
    <p:spTree>
      <p:nvGrpSpPr>
        <p:cNvPr id="1" name="Shape 90"/>
        <p:cNvGrpSpPr/>
        <p:nvPr/>
      </p:nvGrpSpPr>
      <p:grpSpPr>
        <a:xfrm>
          <a:off x="0" y="0"/>
          <a:ext cx="0" cy="0"/>
          <a:chOff x="0" y="0"/>
          <a:chExt cx="0" cy="0"/>
        </a:xfrm>
      </p:grpSpPr>
      <p:sp>
        <p:nvSpPr>
          <p:cNvPr id="91" name="Google Shape;91;p4"/>
          <p:cNvSpPr/>
          <p:nvPr/>
        </p:nvSpPr>
        <p:spPr>
          <a:xfrm>
            <a:off x="-26775" y="2008375"/>
            <a:ext cx="9210650" cy="3172625"/>
          </a:xfrm>
          <a:custGeom>
            <a:avLst/>
            <a:gdLst/>
            <a:ahLst/>
            <a:cxnLst/>
            <a:rect l="l" t="t" r="r" b="b"/>
            <a:pathLst>
              <a:path w="368426" h="126905" extrusionOk="0">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92" name="Google Shape;92;p4"/>
          <p:cNvSpPr/>
          <p:nvPr/>
        </p:nvSpPr>
        <p:spPr>
          <a:xfrm>
            <a:off x="-26775" y="2139700"/>
            <a:ext cx="9210650" cy="3041300"/>
          </a:xfrm>
          <a:custGeom>
            <a:avLst/>
            <a:gdLst/>
            <a:ahLst/>
            <a:cxnLst/>
            <a:rect l="l" t="t" r="r" b="b"/>
            <a:pathLst>
              <a:path w="368426" h="121652" extrusionOk="0">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93" name="Google Shape;93;p4"/>
          <p:cNvSpPr/>
          <p:nvPr/>
        </p:nvSpPr>
        <p:spPr>
          <a:xfrm rot="8100000">
            <a:off x="1847981" y="1814569"/>
            <a:ext cx="122612" cy="122612"/>
          </a:xfrm>
          <a:prstGeom prst="teardrop">
            <a:avLst>
              <a:gd name="adj" fmla="val 100000"/>
            </a:avLst>
          </a:prstGeom>
          <a:solidFill>
            <a:srgbClr val="AFF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rot="8100000">
            <a:off x="6038981" y="2098419"/>
            <a:ext cx="122612" cy="122612"/>
          </a:xfrm>
          <a:prstGeom prst="teardrop">
            <a:avLst>
              <a:gd name="adj" fmla="val 100000"/>
            </a:avLst>
          </a:prstGeom>
          <a:noFill/>
          <a:ln w="28575" cap="flat" cmpd="sng">
            <a:solidFill>
              <a:srgbClr val="00CEF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p:nvPr/>
        </p:nvSpPr>
        <p:spPr>
          <a:xfrm rot="8100000">
            <a:off x="7181981" y="2131769"/>
            <a:ext cx="122612" cy="122612"/>
          </a:xfrm>
          <a:prstGeom prst="teardrop">
            <a:avLst>
              <a:gd name="adj" fmla="val 100000"/>
            </a:avLst>
          </a:prstGeom>
          <a:solidFill>
            <a:srgbClr val="00CE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 name="Google Shape;96;p4"/>
          <p:cNvGrpSpPr/>
          <p:nvPr/>
        </p:nvGrpSpPr>
        <p:grpSpPr>
          <a:xfrm>
            <a:off x="-9525" y="2024075"/>
            <a:ext cx="9167825" cy="595300"/>
            <a:chOff x="-9525" y="4462475"/>
            <a:chExt cx="9167825" cy="595300"/>
          </a:xfrm>
        </p:grpSpPr>
        <p:sp>
          <p:nvSpPr>
            <p:cNvPr id="97" name="Google Shape;97;p4"/>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98" name="Google Shape;98;p4"/>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99" name="Google Shape;99;p4"/>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100" name="Google Shape;100;p4"/>
          <p:cNvGrpSpPr/>
          <p:nvPr/>
        </p:nvGrpSpPr>
        <p:grpSpPr>
          <a:xfrm>
            <a:off x="-42837" y="2005088"/>
            <a:ext cx="9229575" cy="642788"/>
            <a:chOff x="-42837" y="4443488"/>
            <a:chExt cx="9229575" cy="642788"/>
          </a:xfrm>
        </p:grpSpPr>
        <p:sp>
          <p:nvSpPr>
            <p:cNvPr id="101" name="Google Shape;101;p4"/>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4"/>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4"/>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4"/>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4"/>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4"/>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4"/>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4"/>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4"/>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4"/>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4"/>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4"/>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4"/>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4"/>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4"/>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4"/>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 name="Google Shape;126;p4"/>
          <p:cNvSpPr/>
          <p:nvPr/>
        </p:nvSpPr>
        <p:spPr>
          <a:xfrm>
            <a:off x="2990700" y="21478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1085700" y="24335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4895700" y="20776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8100000">
            <a:off x="8699949" y="1890769"/>
            <a:ext cx="122612" cy="122612"/>
          </a:xfrm>
          <a:prstGeom prst="teardrop">
            <a:avLst>
              <a:gd name="adj" fmla="val 100000"/>
            </a:avLst>
          </a:prstGeom>
          <a:noFill/>
          <a:ln w="28575" cap="flat" cmpd="sng">
            <a:solidFill>
              <a:srgbClr val="AFF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4"/>
          <p:cNvSpPr txBox="1">
            <a:spLocks noGrp="1"/>
          </p:cNvSpPr>
          <p:nvPr>
            <p:ph type="title"/>
          </p:nvPr>
        </p:nvSpPr>
        <p:spPr>
          <a:xfrm>
            <a:off x="1536550" y="906725"/>
            <a:ext cx="6084000" cy="622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1"/>
              </a:buClr>
              <a:buSzPts val="2600"/>
              <a:buNone/>
              <a:defRPr sz="2600">
                <a:solidFill>
                  <a:schemeClr val="dk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31" name="Google Shape;131;p4"/>
          <p:cNvSpPr txBox="1">
            <a:spLocks noGrp="1"/>
          </p:cNvSpPr>
          <p:nvPr>
            <p:ph type="body" idx="1"/>
          </p:nvPr>
        </p:nvSpPr>
        <p:spPr>
          <a:xfrm>
            <a:off x="1536538" y="1789175"/>
            <a:ext cx="6084000" cy="2766300"/>
          </a:xfrm>
          <a:prstGeom prst="rect">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lvl1pPr marL="457200" lvl="0" indent="-323850">
              <a:spcBef>
                <a:spcPts val="0"/>
              </a:spcBef>
              <a:spcAft>
                <a:spcPts val="0"/>
              </a:spcAft>
              <a:buSzPts val="15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ubtitle 1 1">
  <p:cSld name="TITLE_1_1_1">
    <p:spTree>
      <p:nvGrpSpPr>
        <p:cNvPr id="1" name="Shape 132"/>
        <p:cNvGrpSpPr/>
        <p:nvPr/>
      </p:nvGrpSpPr>
      <p:grpSpPr>
        <a:xfrm>
          <a:off x="0" y="0"/>
          <a:ext cx="0" cy="0"/>
          <a:chOff x="0" y="0"/>
          <a:chExt cx="0" cy="0"/>
        </a:xfrm>
      </p:grpSpPr>
      <p:sp>
        <p:nvSpPr>
          <p:cNvPr id="133" name="Google Shape;133;p5"/>
          <p:cNvSpPr/>
          <p:nvPr/>
        </p:nvSpPr>
        <p:spPr>
          <a:xfrm>
            <a:off x="-26775" y="2008375"/>
            <a:ext cx="9210650" cy="3172625"/>
          </a:xfrm>
          <a:custGeom>
            <a:avLst/>
            <a:gdLst/>
            <a:ahLst/>
            <a:cxnLst/>
            <a:rect l="l" t="t" r="r" b="b"/>
            <a:pathLst>
              <a:path w="368426" h="126905" extrusionOk="0">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134" name="Google Shape;134;p5"/>
          <p:cNvSpPr/>
          <p:nvPr/>
        </p:nvSpPr>
        <p:spPr>
          <a:xfrm>
            <a:off x="-26775" y="2139700"/>
            <a:ext cx="9210650" cy="3041300"/>
          </a:xfrm>
          <a:custGeom>
            <a:avLst/>
            <a:gdLst/>
            <a:ahLst/>
            <a:cxnLst/>
            <a:rect l="l" t="t" r="r" b="b"/>
            <a:pathLst>
              <a:path w="368426" h="121652" extrusionOk="0">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135" name="Google Shape;135;p5"/>
          <p:cNvSpPr/>
          <p:nvPr/>
        </p:nvSpPr>
        <p:spPr>
          <a:xfrm rot="8100000">
            <a:off x="1847981" y="1814569"/>
            <a:ext cx="122612" cy="122612"/>
          </a:xfrm>
          <a:prstGeom prst="teardrop">
            <a:avLst>
              <a:gd name="adj" fmla="val 100000"/>
            </a:avLst>
          </a:prstGeom>
          <a:solidFill>
            <a:srgbClr val="AFF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rot="8100000">
            <a:off x="6038981" y="2098419"/>
            <a:ext cx="122612" cy="122612"/>
          </a:xfrm>
          <a:prstGeom prst="teardrop">
            <a:avLst>
              <a:gd name="adj" fmla="val 100000"/>
            </a:avLst>
          </a:prstGeom>
          <a:noFill/>
          <a:ln w="28575" cap="flat" cmpd="sng">
            <a:solidFill>
              <a:srgbClr val="00CEF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rot="8100000">
            <a:off x="7181981" y="2131769"/>
            <a:ext cx="122612" cy="122612"/>
          </a:xfrm>
          <a:prstGeom prst="teardrop">
            <a:avLst>
              <a:gd name="adj" fmla="val 100000"/>
            </a:avLst>
          </a:prstGeom>
          <a:solidFill>
            <a:srgbClr val="00CE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5"/>
          <p:cNvGrpSpPr/>
          <p:nvPr/>
        </p:nvGrpSpPr>
        <p:grpSpPr>
          <a:xfrm>
            <a:off x="-9525" y="2024075"/>
            <a:ext cx="9167825" cy="595300"/>
            <a:chOff x="-9525" y="4462475"/>
            <a:chExt cx="9167825" cy="595300"/>
          </a:xfrm>
        </p:grpSpPr>
        <p:sp>
          <p:nvSpPr>
            <p:cNvPr id="139" name="Google Shape;139;p5"/>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140" name="Google Shape;140;p5"/>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141" name="Google Shape;141;p5"/>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142" name="Google Shape;142;p5"/>
          <p:cNvGrpSpPr/>
          <p:nvPr/>
        </p:nvGrpSpPr>
        <p:grpSpPr>
          <a:xfrm>
            <a:off x="-42837" y="2005088"/>
            <a:ext cx="9229575" cy="642788"/>
            <a:chOff x="-42837" y="4443488"/>
            <a:chExt cx="9229575" cy="642788"/>
          </a:xfrm>
        </p:grpSpPr>
        <p:sp>
          <p:nvSpPr>
            <p:cNvPr id="143" name="Google Shape;143;p5"/>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5"/>
          <p:cNvSpPr/>
          <p:nvPr/>
        </p:nvSpPr>
        <p:spPr>
          <a:xfrm>
            <a:off x="2990700" y="21478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1085700" y="24335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4895700" y="20776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rot="8100000">
            <a:off x="8699949" y="1890769"/>
            <a:ext cx="122612" cy="122612"/>
          </a:xfrm>
          <a:prstGeom prst="teardrop">
            <a:avLst>
              <a:gd name="adj" fmla="val 100000"/>
            </a:avLst>
          </a:prstGeom>
          <a:noFill/>
          <a:ln w="28575" cap="flat" cmpd="sng">
            <a:solidFill>
              <a:srgbClr val="AFF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txBox="1">
            <a:spLocks noGrp="1"/>
          </p:cNvSpPr>
          <p:nvPr>
            <p:ph type="title"/>
          </p:nvPr>
        </p:nvSpPr>
        <p:spPr>
          <a:xfrm>
            <a:off x="1536538" y="484300"/>
            <a:ext cx="6084000" cy="622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600"/>
              <a:buNone/>
              <a:defRPr sz="2600">
                <a:solidFill>
                  <a:schemeClr val="dk1"/>
                </a:solidFill>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endParaRPr/>
          </a:p>
        </p:txBody>
      </p:sp>
      <p:sp>
        <p:nvSpPr>
          <p:cNvPr id="173" name="Google Shape;173;p5"/>
          <p:cNvSpPr txBox="1">
            <a:spLocks noGrp="1"/>
          </p:cNvSpPr>
          <p:nvPr>
            <p:ph type="body" idx="1"/>
          </p:nvPr>
        </p:nvSpPr>
        <p:spPr>
          <a:xfrm>
            <a:off x="1324213" y="1391600"/>
            <a:ext cx="3043200" cy="3463200"/>
          </a:xfrm>
          <a:prstGeom prst="rect">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lvl1pPr marL="457200" lvl="0" indent="-323850" rtl="0">
              <a:spcBef>
                <a:spcPts val="0"/>
              </a:spcBef>
              <a:spcAft>
                <a:spcPts val="0"/>
              </a:spcAft>
              <a:buSzPts val="1500"/>
              <a:buChar char="●"/>
              <a:defRPr/>
            </a:lvl1pPr>
            <a:lvl2pPr marL="914400" lvl="1" indent="-323850" rtl="0">
              <a:spcBef>
                <a:spcPts val="0"/>
              </a:spcBef>
              <a:spcAft>
                <a:spcPts val="0"/>
              </a:spcAft>
              <a:buSzPts val="1500"/>
              <a:buChar char="○"/>
              <a:defRPr/>
            </a:lvl2pPr>
            <a:lvl3pPr marL="1371600" lvl="2" indent="-323850" rtl="0">
              <a:spcBef>
                <a:spcPts val="0"/>
              </a:spcBef>
              <a:spcAft>
                <a:spcPts val="0"/>
              </a:spcAft>
              <a:buSzPts val="1500"/>
              <a:buChar char="■"/>
              <a:defRPr/>
            </a:lvl3pPr>
            <a:lvl4pPr marL="1828800" lvl="3" indent="-323850" rtl="0">
              <a:spcBef>
                <a:spcPts val="0"/>
              </a:spcBef>
              <a:spcAft>
                <a:spcPts val="0"/>
              </a:spcAft>
              <a:buSzPts val="1500"/>
              <a:buChar char="●"/>
              <a:defRPr/>
            </a:lvl4pPr>
            <a:lvl5pPr marL="2286000" lvl="4" indent="-323850" rtl="0">
              <a:spcBef>
                <a:spcPts val="0"/>
              </a:spcBef>
              <a:spcAft>
                <a:spcPts val="0"/>
              </a:spcAft>
              <a:buSzPts val="1500"/>
              <a:buChar char="○"/>
              <a:defRPr/>
            </a:lvl5pPr>
            <a:lvl6pPr marL="2743200" lvl="5" indent="-323850" rtl="0">
              <a:spcBef>
                <a:spcPts val="0"/>
              </a:spcBef>
              <a:spcAft>
                <a:spcPts val="0"/>
              </a:spcAft>
              <a:buSzPts val="1500"/>
              <a:buChar char="■"/>
              <a:defRPr/>
            </a:lvl6pPr>
            <a:lvl7pPr marL="3200400" lvl="6" indent="-323850" rtl="0">
              <a:spcBef>
                <a:spcPts val="0"/>
              </a:spcBef>
              <a:spcAft>
                <a:spcPts val="0"/>
              </a:spcAft>
              <a:buSzPts val="1500"/>
              <a:buChar char="●"/>
              <a:defRPr/>
            </a:lvl7pPr>
            <a:lvl8pPr marL="3657600" lvl="7" indent="-323850" rtl="0">
              <a:spcBef>
                <a:spcPts val="0"/>
              </a:spcBef>
              <a:spcAft>
                <a:spcPts val="0"/>
              </a:spcAft>
              <a:buSzPts val="1500"/>
              <a:buChar char="○"/>
              <a:defRPr/>
            </a:lvl8pPr>
            <a:lvl9pPr marL="4114800" lvl="8" indent="-323850" rtl="0">
              <a:spcBef>
                <a:spcPts val="0"/>
              </a:spcBef>
              <a:spcAft>
                <a:spcPts val="0"/>
              </a:spcAft>
              <a:buSzPts val="1500"/>
              <a:buChar char="■"/>
              <a:defRPr/>
            </a:lvl9pPr>
          </a:lstStyle>
          <a:p>
            <a:endParaRPr/>
          </a:p>
        </p:txBody>
      </p:sp>
      <p:sp>
        <p:nvSpPr>
          <p:cNvPr id="174" name="Google Shape;174;p5"/>
          <p:cNvSpPr txBox="1">
            <a:spLocks noGrp="1"/>
          </p:cNvSpPr>
          <p:nvPr>
            <p:ph type="body" idx="2"/>
          </p:nvPr>
        </p:nvSpPr>
        <p:spPr>
          <a:xfrm>
            <a:off x="4789663" y="1391600"/>
            <a:ext cx="3043200" cy="3463200"/>
          </a:xfrm>
          <a:prstGeom prst="rect">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lvl1pPr marL="457200" lvl="0" indent="-323850" rtl="0">
              <a:spcBef>
                <a:spcPts val="0"/>
              </a:spcBef>
              <a:spcAft>
                <a:spcPts val="0"/>
              </a:spcAft>
              <a:buSzPts val="1500"/>
              <a:buChar char="●"/>
              <a:defRPr/>
            </a:lvl1pPr>
            <a:lvl2pPr marL="914400" lvl="1" indent="-323850" rtl="0">
              <a:spcBef>
                <a:spcPts val="0"/>
              </a:spcBef>
              <a:spcAft>
                <a:spcPts val="0"/>
              </a:spcAft>
              <a:buSzPts val="1500"/>
              <a:buChar char="○"/>
              <a:defRPr/>
            </a:lvl2pPr>
            <a:lvl3pPr marL="1371600" lvl="2" indent="-323850" rtl="0">
              <a:spcBef>
                <a:spcPts val="0"/>
              </a:spcBef>
              <a:spcAft>
                <a:spcPts val="0"/>
              </a:spcAft>
              <a:buSzPts val="1500"/>
              <a:buChar char="■"/>
              <a:defRPr/>
            </a:lvl3pPr>
            <a:lvl4pPr marL="1828800" lvl="3" indent="-323850" rtl="0">
              <a:spcBef>
                <a:spcPts val="0"/>
              </a:spcBef>
              <a:spcAft>
                <a:spcPts val="0"/>
              </a:spcAft>
              <a:buSzPts val="1500"/>
              <a:buChar char="●"/>
              <a:defRPr/>
            </a:lvl4pPr>
            <a:lvl5pPr marL="2286000" lvl="4" indent="-323850" rtl="0">
              <a:spcBef>
                <a:spcPts val="0"/>
              </a:spcBef>
              <a:spcAft>
                <a:spcPts val="0"/>
              </a:spcAft>
              <a:buSzPts val="1500"/>
              <a:buChar char="○"/>
              <a:defRPr/>
            </a:lvl5pPr>
            <a:lvl6pPr marL="2743200" lvl="5" indent="-323850" rtl="0">
              <a:spcBef>
                <a:spcPts val="0"/>
              </a:spcBef>
              <a:spcAft>
                <a:spcPts val="0"/>
              </a:spcAft>
              <a:buSzPts val="1500"/>
              <a:buChar char="■"/>
              <a:defRPr/>
            </a:lvl6pPr>
            <a:lvl7pPr marL="3200400" lvl="6" indent="-323850" rtl="0">
              <a:spcBef>
                <a:spcPts val="0"/>
              </a:spcBef>
              <a:spcAft>
                <a:spcPts val="0"/>
              </a:spcAft>
              <a:buSzPts val="1500"/>
              <a:buChar char="●"/>
              <a:defRPr/>
            </a:lvl7pPr>
            <a:lvl8pPr marL="3657600" lvl="7" indent="-323850" rtl="0">
              <a:spcBef>
                <a:spcPts val="0"/>
              </a:spcBef>
              <a:spcAft>
                <a:spcPts val="0"/>
              </a:spcAft>
              <a:buSzPts val="1500"/>
              <a:buChar char="○"/>
              <a:defRPr/>
            </a:lvl8pPr>
            <a:lvl9pPr marL="4114800" lvl="8" indent="-323850" rtl="0">
              <a:spcBef>
                <a:spcPts val="0"/>
              </a:spcBef>
              <a:spcAft>
                <a:spcPts val="0"/>
              </a:spcAft>
              <a:buSzPts val="15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75"/>
        <p:cNvGrpSpPr/>
        <p:nvPr/>
      </p:nvGrpSpPr>
      <p:grpSpPr>
        <a:xfrm>
          <a:off x="0" y="0"/>
          <a:ext cx="0" cy="0"/>
          <a:chOff x="0" y="0"/>
          <a:chExt cx="0" cy="0"/>
        </a:xfrm>
      </p:grpSpPr>
      <p:sp>
        <p:nvSpPr>
          <p:cNvPr id="176" name="Google Shape;176;p6"/>
          <p:cNvSpPr txBox="1">
            <a:spLocks noGrp="1"/>
          </p:cNvSpPr>
          <p:nvPr>
            <p:ph type="title"/>
          </p:nvPr>
        </p:nvSpPr>
        <p:spPr>
          <a:xfrm>
            <a:off x="1068463" y="279075"/>
            <a:ext cx="6996600" cy="595200"/>
          </a:xfrm>
          <a:prstGeom prst="rect">
            <a:avLst/>
          </a:prstGeom>
        </p:spPr>
        <p:txBody>
          <a:bodyPr spcFirstLastPara="1" wrap="square" lIns="91425" tIns="91425" rIns="91425" bIns="91425" anchor="b" anchorCtr="0">
            <a:noAutofit/>
          </a:bodyPr>
          <a:lstStyle>
            <a:lvl1pPr lvl="0">
              <a:spcBef>
                <a:spcPts val="0"/>
              </a:spcBef>
              <a:spcAft>
                <a:spcPts val="0"/>
              </a:spcAft>
              <a:buClr>
                <a:srgbClr val="418B9A"/>
              </a:buClr>
              <a:buSzPts val="2000"/>
              <a:buFont typeface="Lora"/>
              <a:buNone/>
              <a:defRPr>
                <a:solidFill>
                  <a:srgbClr val="418B9A"/>
                </a:solidFill>
                <a:latin typeface="Lora"/>
                <a:ea typeface="Lora"/>
                <a:cs typeface="Lora"/>
                <a:sym typeface="Lora"/>
              </a:defRPr>
            </a:lvl1pPr>
            <a:lvl2pPr lvl="1">
              <a:spcBef>
                <a:spcPts val="0"/>
              </a:spcBef>
              <a:spcAft>
                <a:spcPts val="0"/>
              </a:spcAft>
              <a:buSzPts val="2000"/>
              <a:buFont typeface="Lora"/>
              <a:buNone/>
              <a:defRPr>
                <a:latin typeface="Lora"/>
                <a:ea typeface="Lora"/>
                <a:cs typeface="Lora"/>
                <a:sym typeface="Lora"/>
              </a:defRPr>
            </a:lvl2pPr>
            <a:lvl3pPr lvl="2">
              <a:spcBef>
                <a:spcPts val="0"/>
              </a:spcBef>
              <a:spcAft>
                <a:spcPts val="0"/>
              </a:spcAft>
              <a:buSzPts val="2000"/>
              <a:buFont typeface="Lora"/>
              <a:buNone/>
              <a:defRPr>
                <a:latin typeface="Lora"/>
                <a:ea typeface="Lora"/>
                <a:cs typeface="Lora"/>
                <a:sym typeface="Lora"/>
              </a:defRPr>
            </a:lvl3pPr>
            <a:lvl4pPr lvl="3">
              <a:spcBef>
                <a:spcPts val="0"/>
              </a:spcBef>
              <a:spcAft>
                <a:spcPts val="0"/>
              </a:spcAft>
              <a:buSzPts val="2000"/>
              <a:buFont typeface="Lora"/>
              <a:buNone/>
              <a:defRPr>
                <a:latin typeface="Lora"/>
                <a:ea typeface="Lora"/>
                <a:cs typeface="Lora"/>
                <a:sym typeface="Lora"/>
              </a:defRPr>
            </a:lvl4pPr>
            <a:lvl5pPr lvl="4">
              <a:spcBef>
                <a:spcPts val="0"/>
              </a:spcBef>
              <a:spcAft>
                <a:spcPts val="0"/>
              </a:spcAft>
              <a:buSzPts val="2000"/>
              <a:buFont typeface="Lora"/>
              <a:buNone/>
              <a:defRPr>
                <a:latin typeface="Lora"/>
                <a:ea typeface="Lora"/>
                <a:cs typeface="Lora"/>
                <a:sym typeface="Lora"/>
              </a:defRPr>
            </a:lvl5pPr>
            <a:lvl6pPr lvl="5">
              <a:spcBef>
                <a:spcPts val="0"/>
              </a:spcBef>
              <a:spcAft>
                <a:spcPts val="0"/>
              </a:spcAft>
              <a:buSzPts val="2000"/>
              <a:buFont typeface="Lora"/>
              <a:buNone/>
              <a:defRPr>
                <a:latin typeface="Lora"/>
                <a:ea typeface="Lora"/>
                <a:cs typeface="Lora"/>
                <a:sym typeface="Lora"/>
              </a:defRPr>
            </a:lvl6pPr>
            <a:lvl7pPr lvl="6">
              <a:spcBef>
                <a:spcPts val="0"/>
              </a:spcBef>
              <a:spcAft>
                <a:spcPts val="0"/>
              </a:spcAft>
              <a:buSzPts val="2000"/>
              <a:buFont typeface="Lora"/>
              <a:buNone/>
              <a:defRPr>
                <a:latin typeface="Lora"/>
                <a:ea typeface="Lora"/>
                <a:cs typeface="Lora"/>
                <a:sym typeface="Lora"/>
              </a:defRPr>
            </a:lvl7pPr>
            <a:lvl8pPr lvl="7">
              <a:spcBef>
                <a:spcPts val="0"/>
              </a:spcBef>
              <a:spcAft>
                <a:spcPts val="0"/>
              </a:spcAft>
              <a:buSzPts val="2000"/>
              <a:buFont typeface="Lora"/>
              <a:buNone/>
              <a:defRPr>
                <a:latin typeface="Lora"/>
                <a:ea typeface="Lora"/>
                <a:cs typeface="Lora"/>
                <a:sym typeface="Lora"/>
              </a:defRPr>
            </a:lvl8pPr>
            <a:lvl9pPr lvl="8">
              <a:spcBef>
                <a:spcPts val="0"/>
              </a:spcBef>
              <a:spcAft>
                <a:spcPts val="0"/>
              </a:spcAft>
              <a:buSzPts val="2000"/>
              <a:buFont typeface="Lora"/>
              <a:buNone/>
              <a:defRPr>
                <a:latin typeface="Lora"/>
                <a:ea typeface="Lora"/>
                <a:cs typeface="Lora"/>
                <a:sym typeface="Lora"/>
              </a:defRPr>
            </a:lvl9pPr>
          </a:lstStyle>
          <a:p>
            <a:endParaRPr/>
          </a:p>
        </p:txBody>
      </p:sp>
      <p:sp>
        <p:nvSpPr>
          <p:cNvPr id="177" name="Google Shape;177;p6"/>
          <p:cNvSpPr txBox="1">
            <a:spLocks noGrp="1"/>
          </p:cNvSpPr>
          <p:nvPr>
            <p:ph type="body" idx="1"/>
          </p:nvPr>
        </p:nvSpPr>
        <p:spPr>
          <a:xfrm>
            <a:off x="908563" y="1119350"/>
            <a:ext cx="7316400" cy="2382600"/>
          </a:xfrm>
          <a:prstGeom prst="rect">
            <a:avLst/>
          </a:prstGeom>
        </p:spPr>
        <p:txBody>
          <a:bodyPr spcFirstLastPara="1" wrap="square" lIns="91425" tIns="91425" rIns="91425" bIns="91425" anchor="ctr" anchorCtr="0">
            <a:normAutofit/>
          </a:bodyPr>
          <a:lstStyle>
            <a:lvl1pPr marL="457200" lvl="0" indent="-323850">
              <a:spcBef>
                <a:spcPts val="0"/>
              </a:spcBef>
              <a:spcAft>
                <a:spcPts val="0"/>
              </a:spcAft>
              <a:buSzPts val="1500"/>
              <a:buFont typeface="Lora"/>
              <a:buChar char="●"/>
              <a:defRPr sz="1500">
                <a:latin typeface="Lora"/>
                <a:ea typeface="Lora"/>
                <a:cs typeface="Lora"/>
                <a:sym typeface="Lora"/>
              </a:defRPr>
            </a:lvl1pPr>
            <a:lvl2pPr marL="914400" lvl="1" indent="-323850">
              <a:spcBef>
                <a:spcPts val="0"/>
              </a:spcBef>
              <a:spcAft>
                <a:spcPts val="0"/>
              </a:spcAft>
              <a:buSzPts val="1500"/>
              <a:buFont typeface="Lora"/>
              <a:buChar char="○"/>
              <a:defRPr sz="1500">
                <a:latin typeface="Lora"/>
                <a:ea typeface="Lora"/>
                <a:cs typeface="Lora"/>
                <a:sym typeface="Lora"/>
              </a:defRPr>
            </a:lvl2pPr>
            <a:lvl3pPr marL="1371600" lvl="2" indent="-323850">
              <a:spcBef>
                <a:spcPts val="0"/>
              </a:spcBef>
              <a:spcAft>
                <a:spcPts val="0"/>
              </a:spcAft>
              <a:buSzPts val="1500"/>
              <a:buFont typeface="Lora"/>
              <a:buChar char="■"/>
              <a:defRPr sz="1500">
                <a:latin typeface="Lora"/>
                <a:ea typeface="Lora"/>
                <a:cs typeface="Lora"/>
                <a:sym typeface="Lora"/>
              </a:defRPr>
            </a:lvl3pPr>
            <a:lvl4pPr marL="1828800" lvl="3" indent="-323850">
              <a:spcBef>
                <a:spcPts val="0"/>
              </a:spcBef>
              <a:spcAft>
                <a:spcPts val="0"/>
              </a:spcAft>
              <a:buSzPts val="1500"/>
              <a:buFont typeface="Lora"/>
              <a:buChar char="●"/>
              <a:defRPr sz="1500">
                <a:latin typeface="Lora"/>
                <a:ea typeface="Lora"/>
                <a:cs typeface="Lora"/>
                <a:sym typeface="Lora"/>
              </a:defRPr>
            </a:lvl4pPr>
            <a:lvl5pPr marL="2286000" lvl="4" indent="-323850">
              <a:spcBef>
                <a:spcPts val="0"/>
              </a:spcBef>
              <a:spcAft>
                <a:spcPts val="0"/>
              </a:spcAft>
              <a:buSzPts val="1500"/>
              <a:buFont typeface="Lora"/>
              <a:buChar char="○"/>
              <a:defRPr sz="1500">
                <a:latin typeface="Lora"/>
                <a:ea typeface="Lora"/>
                <a:cs typeface="Lora"/>
                <a:sym typeface="Lora"/>
              </a:defRPr>
            </a:lvl5pPr>
            <a:lvl6pPr marL="2743200" lvl="5" indent="-323850">
              <a:spcBef>
                <a:spcPts val="0"/>
              </a:spcBef>
              <a:spcAft>
                <a:spcPts val="0"/>
              </a:spcAft>
              <a:buSzPts val="1500"/>
              <a:buFont typeface="Lora"/>
              <a:buChar char="■"/>
              <a:defRPr sz="1500">
                <a:latin typeface="Lora"/>
                <a:ea typeface="Lora"/>
                <a:cs typeface="Lora"/>
                <a:sym typeface="Lora"/>
              </a:defRPr>
            </a:lvl6pPr>
            <a:lvl7pPr marL="3200400" lvl="6" indent="-323850">
              <a:spcBef>
                <a:spcPts val="0"/>
              </a:spcBef>
              <a:spcAft>
                <a:spcPts val="0"/>
              </a:spcAft>
              <a:buSzPts val="1500"/>
              <a:buFont typeface="Lora"/>
              <a:buChar char="●"/>
              <a:defRPr sz="1500">
                <a:latin typeface="Lora"/>
                <a:ea typeface="Lora"/>
                <a:cs typeface="Lora"/>
                <a:sym typeface="Lora"/>
              </a:defRPr>
            </a:lvl7pPr>
            <a:lvl8pPr marL="3657600" lvl="7" indent="-323850">
              <a:spcBef>
                <a:spcPts val="0"/>
              </a:spcBef>
              <a:spcAft>
                <a:spcPts val="0"/>
              </a:spcAft>
              <a:buSzPts val="1500"/>
              <a:buFont typeface="Lora"/>
              <a:buChar char="○"/>
              <a:defRPr sz="1500">
                <a:latin typeface="Lora"/>
                <a:ea typeface="Lora"/>
                <a:cs typeface="Lora"/>
                <a:sym typeface="Lora"/>
              </a:defRPr>
            </a:lvl8pPr>
            <a:lvl9pPr marL="4114800" lvl="8" indent="-323850">
              <a:spcBef>
                <a:spcPts val="0"/>
              </a:spcBef>
              <a:spcAft>
                <a:spcPts val="0"/>
              </a:spcAft>
              <a:buSzPts val="1500"/>
              <a:buFont typeface="Lora"/>
              <a:buChar char="■"/>
              <a:defRPr sz="1500">
                <a:latin typeface="Lora"/>
                <a:ea typeface="Lora"/>
                <a:cs typeface="Lora"/>
                <a:sym typeface="Lora"/>
              </a:defRPr>
            </a:lvl9pPr>
          </a:lstStyle>
          <a:p>
            <a:endParaRPr/>
          </a:p>
        </p:txBody>
      </p:sp>
      <p:sp>
        <p:nvSpPr>
          <p:cNvPr id="178" name="Google Shape;178;p6"/>
          <p:cNvSpPr/>
          <p:nvPr/>
        </p:nvSpPr>
        <p:spPr>
          <a:xfrm>
            <a:off x="-28575" y="4446775"/>
            <a:ext cx="9191625" cy="712478"/>
          </a:xfrm>
          <a:custGeom>
            <a:avLst/>
            <a:gdLst/>
            <a:ahLst/>
            <a:cxnLst/>
            <a:rect l="l" t="t" r="r" b="b"/>
            <a:pathLst>
              <a:path w="367665" h="41339" extrusionOk="0">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418B9A"/>
          </a:solidFill>
          <a:ln>
            <a:noFill/>
          </a:ln>
        </p:spPr>
      </p:sp>
      <p:sp>
        <p:nvSpPr>
          <p:cNvPr id="179" name="Google Shape;179;p6"/>
          <p:cNvSpPr/>
          <p:nvPr/>
        </p:nvSpPr>
        <p:spPr>
          <a:xfrm>
            <a:off x="-28575" y="4578111"/>
            <a:ext cx="9191625" cy="584439"/>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E28F53"/>
          </a:solidFill>
          <a:ln>
            <a:noFill/>
          </a:ln>
        </p:spPr>
      </p:sp>
      <p:sp>
        <p:nvSpPr>
          <p:cNvPr id="180" name="Google Shape;180;p6"/>
          <p:cNvSpPr/>
          <p:nvPr/>
        </p:nvSpPr>
        <p:spPr>
          <a:xfrm rot="8100000">
            <a:off x="1847981" y="4252969"/>
            <a:ext cx="122612" cy="122612"/>
          </a:xfrm>
          <a:prstGeom prst="teardrop">
            <a:avLst>
              <a:gd name="adj" fmla="val 100000"/>
            </a:avLst>
          </a:prstGeom>
          <a:solidFill>
            <a:srgbClr val="E69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6"/>
          <p:cNvSpPr/>
          <p:nvPr/>
        </p:nvSpPr>
        <p:spPr>
          <a:xfrm rot="8100000">
            <a:off x="6038981" y="453681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6"/>
          <p:cNvSpPr/>
          <p:nvPr/>
        </p:nvSpPr>
        <p:spPr>
          <a:xfrm rot="8100000">
            <a:off x="7181981" y="4570169"/>
            <a:ext cx="122612" cy="122612"/>
          </a:xfrm>
          <a:prstGeom prst="teardrop">
            <a:avLst>
              <a:gd name="adj" fmla="val 100000"/>
            </a:avLst>
          </a:prstGeom>
          <a:solidFill>
            <a:srgbClr val="418B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 name="Google Shape;183;p6"/>
          <p:cNvGrpSpPr/>
          <p:nvPr/>
        </p:nvGrpSpPr>
        <p:grpSpPr>
          <a:xfrm>
            <a:off x="-9525" y="4462475"/>
            <a:ext cx="9167825" cy="595300"/>
            <a:chOff x="-9525" y="4462475"/>
            <a:chExt cx="9167825" cy="595300"/>
          </a:xfrm>
        </p:grpSpPr>
        <p:sp>
          <p:nvSpPr>
            <p:cNvPr id="184" name="Google Shape;184;p6"/>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185" name="Google Shape;185;p6"/>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186" name="Google Shape;186;p6"/>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187" name="Google Shape;187;p6"/>
          <p:cNvGrpSpPr/>
          <p:nvPr/>
        </p:nvGrpSpPr>
        <p:grpSpPr>
          <a:xfrm>
            <a:off x="-42837" y="4443488"/>
            <a:ext cx="9229575" cy="642788"/>
            <a:chOff x="-42837" y="4443488"/>
            <a:chExt cx="9229575" cy="642788"/>
          </a:xfrm>
        </p:grpSpPr>
        <p:sp>
          <p:nvSpPr>
            <p:cNvPr id="188" name="Google Shape;188;p6"/>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6"/>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6"/>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6"/>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6"/>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6"/>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6"/>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6"/>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6"/>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6"/>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6"/>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6"/>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6"/>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6"/>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6"/>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6"/>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6"/>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6"/>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6"/>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6"/>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6"/>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6"/>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6"/>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6"/>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6"/>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3" name="Google Shape;213;p6"/>
          <p:cNvSpPr/>
          <p:nvPr/>
        </p:nvSpPr>
        <p:spPr>
          <a:xfrm>
            <a:off x="2990700" y="45862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6"/>
          <p:cNvSpPr/>
          <p:nvPr/>
        </p:nvSpPr>
        <p:spPr>
          <a:xfrm>
            <a:off x="1085700" y="48719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6"/>
          <p:cNvSpPr/>
          <p:nvPr/>
        </p:nvSpPr>
        <p:spPr>
          <a:xfrm>
            <a:off x="4895700" y="45160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6"/>
          <p:cNvSpPr/>
          <p:nvPr/>
        </p:nvSpPr>
        <p:spPr>
          <a:xfrm rot="8100000">
            <a:off x="8699949" y="432916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17"/>
        <p:cNvGrpSpPr/>
        <p:nvPr/>
      </p:nvGrpSpPr>
      <p:grpSpPr>
        <a:xfrm>
          <a:off x="0" y="0"/>
          <a:ext cx="0" cy="0"/>
          <a:chOff x="0" y="0"/>
          <a:chExt cx="0" cy="0"/>
        </a:xfrm>
      </p:grpSpPr>
      <p:sp>
        <p:nvSpPr>
          <p:cNvPr id="218" name="Google Shape;218;p7"/>
          <p:cNvSpPr txBox="1">
            <a:spLocks noGrp="1"/>
          </p:cNvSpPr>
          <p:nvPr>
            <p:ph type="title"/>
          </p:nvPr>
        </p:nvSpPr>
        <p:spPr>
          <a:xfrm>
            <a:off x="1068925" y="329375"/>
            <a:ext cx="6996600" cy="525300"/>
          </a:xfrm>
          <a:prstGeom prst="rect">
            <a:avLst/>
          </a:prstGeom>
        </p:spPr>
        <p:txBody>
          <a:bodyPr spcFirstLastPara="1" wrap="square" lIns="91425" tIns="91425" rIns="91425" bIns="91425" anchor="b" anchorCtr="0">
            <a:noAutofit/>
          </a:bodyPr>
          <a:lstStyle>
            <a:lvl1pPr lvl="0">
              <a:spcBef>
                <a:spcPts val="0"/>
              </a:spcBef>
              <a:spcAft>
                <a:spcPts val="0"/>
              </a:spcAft>
              <a:buClr>
                <a:srgbClr val="418B9A"/>
              </a:buClr>
              <a:buSzPts val="2000"/>
              <a:buFont typeface="Lora"/>
              <a:buNone/>
              <a:defRPr>
                <a:solidFill>
                  <a:srgbClr val="418B9A"/>
                </a:solidFill>
                <a:latin typeface="Lora"/>
                <a:ea typeface="Lora"/>
                <a:cs typeface="Lora"/>
                <a:sym typeface="Lora"/>
              </a:defRPr>
            </a:lvl1pPr>
            <a:lvl2pPr lvl="1">
              <a:spcBef>
                <a:spcPts val="0"/>
              </a:spcBef>
              <a:spcAft>
                <a:spcPts val="0"/>
              </a:spcAft>
              <a:buSzPts val="2000"/>
              <a:buFont typeface="Lora"/>
              <a:buNone/>
              <a:defRPr>
                <a:latin typeface="Lora"/>
                <a:ea typeface="Lora"/>
                <a:cs typeface="Lora"/>
                <a:sym typeface="Lora"/>
              </a:defRPr>
            </a:lvl2pPr>
            <a:lvl3pPr lvl="2">
              <a:spcBef>
                <a:spcPts val="0"/>
              </a:spcBef>
              <a:spcAft>
                <a:spcPts val="0"/>
              </a:spcAft>
              <a:buSzPts val="2000"/>
              <a:buFont typeface="Lora"/>
              <a:buNone/>
              <a:defRPr>
                <a:latin typeface="Lora"/>
                <a:ea typeface="Lora"/>
                <a:cs typeface="Lora"/>
                <a:sym typeface="Lora"/>
              </a:defRPr>
            </a:lvl3pPr>
            <a:lvl4pPr lvl="3">
              <a:spcBef>
                <a:spcPts val="0"/>
              </a:spcBef>
              <a:spcAft>
                <a:spcPts val="0"/>
              </a:spcAft>
              <a:buSzPts val="2000"/>
              <a:buFont typeface="Lora"/>
              <a:buNone/>
              <a:defRPr>
                <a:latin typeface="Lora"/>
                <a:ea typeface="Lora"/>
                <a:cs typeface="Lora"/>
                <a:sym typeface="Lora"/>
              </a:defRPr>
            </a:lvl4pPr>
            <a:lvl5pPr lvl="4">
              <a:spcBef>
                <a:spcPts val="0"/>
              </a:spcBef>
              <a:spcAft>
                <a:spcPts val="0"/>
              </a:spcAft>
              <a:buSzPts val="2000"/>
              <a:buFont typeface="Lora"/>
              <a:buNone/>
              <a:defRPr>
                <a:latin typeface="Lora"/>
                <a:ea typeface="Lora"/>
                <a:cs typeface="Lora"/>
                <a:sym typeface="Lora"/>
              </a:defRPr>
            </a:lvl5pPr>
            <a:lvl6pPr lvl="5">
              <a:spcBef>
                <a:spcPts val="0"/>
              </a:spcBef>
              <a:spcAft>
                <a:spcPts val="0"/>
              </a:spcAft>
              <a:buSzPts val="2000"/>
              <a:buFont typeface="Lora"/>
              <a:buNone/>
              <a:defRPr>
                <a:latin typeface="Lora"/>
                <a:ea typeface="Lora"/>
                <a:cs typeface="Lora"/>
                <a:sym typeface="Lora"/>
              </a:defRPr>
            </a:lvl6pPr>
            <a:lvl7pPr lvl="6">
              <a:spcBef>
                <a:spcPts val="0"/>
              </a:spcBef>
              <a:spcAft>
                <a:spcPts val="0"/>
              </a:spcAft>
              <a:buSzPts val="2000"/>
              <a:buFont typeface="Lora"/>
              <a:buNone/>
              <a:defRPr>
                <a:latin typeface="Lora"/>
                <a:ea typeface="Lora"/>
                <a:cs typeface="Lora"/>
                <a:sym typeface="Lora"/>
              </a:defRPr>
            </a:lvl7pPr>
            <a:lvl8pPr lvl="7">
              <a:spcBef>
                <a:spcPts val="0"/>
              </a:spcBef>
              <a:spcAft>
                <a:spcPts val="0"/>
              </a:spcAft>
              <a:buSzPts val="2000"/>
              <a:buFont typeface="Lora"/>
              <a:buNone/>
              <a:defRPr>
                <a:latin typeface="Lora"/>
                <a:ea typeface="Lora"/>
                <a:cs typeface="Lora"/>
                <a:sym typeface="Lora"/>
              </a:defRPr>
            </a:lvl8pPr>
            <a:lvl9pPr lvl="8">
              <a:spcBef>
                <a:spcPts val="0"/>
              </a:spcBef>
              <a:spcAft>
                <a:spcPts val="0"/>
              </a:spcAft>
              <a:buSzPts val="2000"/>
              <a:buFont typeface="Lora"/>
              <a:buNone/>
              <a:defRPr>
                <a:latin typeface="Lora"/>
                <a:ea typeface="Lora"/>
                <a:cs typeface="Lora"/>
                <a:sym typeface="Lora"/>
              </a:defRPr>
            </a:lvl9pPr>
          </a:lstStyle>
          <a:p>
            <a:endParaRPr/>
          </a:p>
        </p:txBody>
      </p:sp>
      <p:sp>
        <p:nvSpPr>
          <p:cNvPr id="219" name="Google Shape;219;p7"/>
          <p:cNvSpPr/>
          <p:nvPr/>
        </p:nvSpPr>
        <p:spPr>
          <a:xfrm>
            <a:off x="-28575" y="4446775"/>
            <a:ext cx="9191625" cy="712478"/>
          </a:xfrm>
          <a:custGeom>
            <a:avLst/>
            <a:gdLst/>
            <a:ahLst/>
            <a:cxnLst/>
            <a:rect l="l" t="t" r="r" b="b"/>
            <a:pathLst>
              <a:path w="367665" h="41339" extrusionOk="0">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418B9A"/>
          </a:solidFill>
          <a:ln>
            <a:noFill/>
          </a:ln>
        </p:spPr>
      </p:sp>
      <p:sp>
        <p:nvSpPr>
          <p:cNvPr id="220" name="Google Shape;220;p7"/>
          <p:cNvSpPr/>
          <p:nvPr/>
        </p:nvSpPr>
        <p:spPr>
          <a:xfrm>
            <a:off x="-28575" y="4578111"/>
            <a:ext cx="9191625" cy="584439"/>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E28F53"/>
          </a:solidFill>
          <a:ln>
            <a:noFill/>
          </a:ln>
        </p:spPr>
      </p:sp>
      <p:sp>
        <p:nvSpPr>
          <p:cNvPr id="221" name="Google Shape;221;p7"/>
          <p:cNvSpPr/>
          <p:nvPr/>
        </p:nvSpPr>
        <p:spPr>
          <a:xfrm rot="8100000">
            <a:off x="1847981" y="4252969"/>
            <a:ext cx="122612" cy="122612"/>
          </a:xfrm>
          <a:prstGeom prst="teardrop">
            <a:avLst>
              <a:gd name="adj" fmla="val 100000"/>
            </a:avLst>
          </a:prstGeom>
          <a:solidFill>
            <a:srgbClr val="E28F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7"/>
          <p:cNvSpPr/>
          <p:nvPr/>
        </p:nvSpPr>
        <p:spPr>
          <a:xfrm rot="8100000">
            <a:off x="6038981" y="453681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7"/>
          <p:cNvSpPr/>
          <p:nvPr/>
        </p:nvSpPr>
        <p:spPr>
          <a:xfrm rot="8100000">
            <a:off x="7181981" y="4570169"/>
            <a:ext cx="122612" cy="122612"/>
          </a:xfrm>
          <a:prstGeom prst="teardrop">
            <a:avLst>
              <a:gd name="adj" fmla="val 100000"/>
            </a:avLst>
          </a:prstGeom>
          <a:solidFill>
            <a:srgbClr val="418B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7"/>
          <p:cNvGrpSpPr/>
          <p:nvPr/>
        </p:nvGrpSpPr>
        <p:grpSpPr>
          <a:xfrm>
            <a:off x="-42837" y="4443488"/>
            <a:ext cx="9229575" cy="642788"/>
            <a:chOff x="-42837" y="4443488"/>
            <a:chExt cx="9229575" cy="642788"/>
          </a:xfrm>
        </p:grpSpPr>
        <p:sp>
          <p:nvSpPr>
            <p:cNvPr id="225" name="Google Shape;225;p7"/>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7"/>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7"/>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7"/>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7"/>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7"/>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7"/>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7"/>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7"/>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7"/>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7"/>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7"/>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7"/>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7"/>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7"/>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7"/>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7"/>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7"/>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7"/>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7"/>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7"/>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7"/>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 name="Google Shape;250;p7"/>
          <p:cNvGrpSpPr/>
          <p:nvPr/>
        </p:nvGrpSpPr>
        <p:grpSpPr>
          <a:xfrm>
            <a:off x="-9525" y="4462475"/>
            <a:ext cx="9167825" cy="595300"/>
            <a:chOff x="-9525" y="4462475"/>
            <a:chExt cx="9167825" cy="595300"/>
          </a:xfrm>
        </p:grpSpPr>
        <p:sp>
          <p:nvSpPr>
            <p:cNvPr id="251" name="Google Shape;251;p7"/>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252" name="Google Shape;252;p7"/>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253" name="Google Shape;253;p7"/>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sp>
        <p:nvSpPr>
          <p:cNvPr id="254" name="Google Shape;254;p7"/>
          <p:cNvSpPr/>
          <p:nvPr/>
        </p:nvSpPr>
        <p:spPr>
          <a:xfrm>
            <a:off x="2990700" y="45862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7"/>
          <p:cNvSpPr/>
          <p:nvPr/>
        </p:nvSpPr>
        <p:spPr>
          <a:xfrm>
            <a:off x="1085700" y="48719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7"/>
          <p:cNvSpPr/>
          <p:nvPr/>
        </p:nvSpPr>
        <p:spPr>
          <a:xfrm>
            <a:off x="4895700" y="45160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7"/>
          <p:cNvSpPr/>
          <p:nvPr/>
        </p:nvSpPr>
        <p:spPr>
          <a:xfrm rot="8100000">
            <a:off x="8699949" y="432916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7"/>
          <p:cNvSpPr txBox="1"/>
          <p:nvPr/>
        </p:nvSpPr>
        <p:spPr>
          <a:xfrm>
            <a:off x="2590800" y="3858500"/>
            <a:ext cx="3969300" cy="44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Source Sans Pro"/>
              <a:ea typeface="Source Sans Pro"/>
              <a:cs typeface="Source Sans Pro"/>
              <a:sym typeface="Source Sans Pro"/>
            </a:endParaRPr>
          </a:p>
        </p:txBody>
      </p:sp>
      <p:sp>
        <p:nvSpPr>
          <p:cNvPr id="259" name="Google Shape;259;p7"/>
          <p:cNvSpPr txBox="1">
            <a:spLocks noGrp="1"/>
          </p:cNvSpPr>
          <p:nvPr>
            <p:ph type="subTitle" idx="1"/>
          </p:nvPr>
        </p:nvSpPr>
        <p:spPr>
          <a:xfrm>
            <a:off x="2838925" y="632708"/>
            <a:ext cx="3456600" cy="281100"/>
          </a:xfrm>
          <a:prstGeom prst="rect">
            <a:avLst/>
          </a:prstGeom>
        </p:spPr>
        <p:txBody>
          <a:bodyPr spcFirstLastPara="1" wrap="square" lIns="91425" tIns="91425" rIns="91425" bIns="91425" anchor="t" anchorCtr="0">
            <a:normAutofit/>
          </a:bodyPr>
          <a:lstStyle>
            <a:lvl1pPr lvl="0" algn="ctr">
              <a:spcBef>
                <a:spcPts val="0"/>
              </a:spcBef>
              <a:spcAft>
                <a:spcPts val="0"/>
              </a:spcAft>
              <a:buNone/>
              <a:defRPr sz="1400">
                <a:solidFill>
                  <a:srgbClr val="E28F53"/>
                </a:solidFill>
                <a:latin typeface="Lora"/>
                <a:ea typeface="Lora"/>
                <a:cs typeface="Lora"/>
                <a:sym typeface="Lora"/>
              </a:defRPr>
            </a:lvl1pPr>
            <a:lvl2pPr lvl="1">
              <a:spcBef>
                <a:spcPts val="0"/>
              </a:spcBef>
              <a:spcAft>
                <a:spcPts val="0"/>
              </a:spcAft>
              <a:buNone/>
              <a:defRPr>
                <a:latin typeface="Lora"/>
                <a:ea typeface="Lora"/>
                <a:cs typeface="Lora"/>
                <a:sym typeface="Lora"/>
              </a:defRPr>
            </a:lvl2pPr>
            <a:lvl3pPr lvl="2">
              <a:spcBef>
                <a:spcPts val="0"/>
              </a:spcBef>
              <a:spcAft>
                <a:spcPts val="0"/>
              </a:spcAft>
              <a:buNone/>
              <a:defRPr>
                <a:latin typeface="Lora"/>
                <a:ea typeface="Lora"/>
                <a:cs typeface="Lora"/>
                <a:sym typeface="Lora"/>
              </a:defRPr>
            </a:lvl3pPr>
            <a:lvl4pPr lvl="3">
              <a:spcBef>
                <a:spcPts val="0"/>
              </a:spcBef>
              <a:spcAft>
                <a:spcPts val="0"/>
              </a:spcAft>
              <a:buNone/>
              <a:defRPr>
                <a:latin typeface="Lora"/>
                <a:ea typeface="Lora"/>
                <a:cs typeface="Lora"/>
                <a:sym typeface="Lora"/>
              </a:defRPr>
            </a:lvl4pPr>
            <a:lvl5pPr lvl="4">
              <a:spcBef>
                <a:spcPts val="0"/>
              </a:spcBef>
              <a:spcAft>
                <a:spcPts val="0"/>
              </a:spcAft>
              <a:buNone/>
              <a:defRPr>
                <a:latin typeface="Lora"/>
                <a:ea typeface="Lora"/>
                <a:cs typeface="Lora"/>
                <a:sym typeface="Lora"/>
              </a:defRPr>
            </a:lvl5pPr>
            <a:lvl6pPr lvl="5">
              <a:spcBef>
                <a:spcPts val="0"/>
              </a:spcBef>
              <a:spcAft>
                <a:spcPts val="0"/>
              </a:spcAft>
              <a:buNone/>
              <a:defRPr>
                <a:latin typeface="Lora"/>
                <a:ea typeface="Lora"/>
                <a:cs typeface="Lora"/>
                <a:sym typeface="Lora"/>
              </a:defRPr>
            </a:lvl6pPr>
            <a:lvl7pPr lvl="6">
              <a:spcBef>
                <a:spcPts val="0"/>
              </a:spcBef>
              <a:spcAft>
                <a:spcPts val="0"/>
              </a:spcAft>
              <a:buNone/>
              <a:defRPr>
                <a:latin typeface="Lora"/>
                <a:ea typeface="Lora"/>
                <a:cs typeface="Lora"/>
                <a:sym typeface="Lora"/>
              </a:defRPr>
            </a:lvl7pPr>
            <a:lvl8pPr lvl="7">
              <a:spcBef>
                <a:spcPts val="0"/>
              </a:spcBef>
              <a:spcAft>
                <a:spcPts val="0"/>
              </a:spcAft>
              <a:buNone/>
              <a:defRPr>
                <a:latin typeface="Lora"/>
                <a:ea typeface="Lora"/>
                <a:cs typeface="Lora"/>
                <a:sym typeface="Lora"/>
              </a:defRPr>
            </a:lvl8pPr>
            <a:lvl9pPr lvl="8">
              <a:spcBef>
                <a:spcPts val="0"/>
              </a:spcBef>
              <a:spcAft>
                <a:spcPts val="0"/>
              </a:spcAft>
              <a:buNone/>
              <a:defRPr>
                <a:latin typeface="Lora"/>
                <a:ea typeface="Lora"/>
                <a:cs typeface="Lora"/>
                <a:sym typeface="Lora"/>
              </a:defRPr>
            </a:lvl9pPr>
          </a:lstStyle>
          <a:p>
            <a:endParaRPr/>
          </a:p>
        </p:txBody>
      </p:sp>
      <p:sp>
        <p:nvSpPr>
          <p:cNvPr id="260" name="Google Shape;260;p7"/>
          <p:cNvSpPr txBox="1">
            <a:spLocks noGrp="1"/>
          </p:cNvSpPr>
          <p:nvPr>
            <p:ph type="body" idx="2"/>
          </p:nvPr>
        </p:nvSpPr>
        <p:spPr>
          <a:xfrm>
            <a:off x="917250" y="1172200"/>
            <a:ext cx="7316400" cy="2427900"/>
          </a:xfrm>
          <a:prstGeom prst="rect">
            <a:avLst/>
          </a:prstGeom>
        </p:spPr>
        <p:txBody>
          <a:bodyPr spcFirstLastPara="1" wrap="square" lIns="91425" tIns="91425" rIns="91425" bIns="91425" anchor="ctr" anchorCtr="0">
            <a:normAutofit/>
          </a:bodyPr>
          <a:lstStyle>
            <a:lvl1pPr marL="457200" lvl="0" indent="-323850" rtl="0">
              <a:spcBef>
                <a:spcPts val="0"/>
              </a:spcBef>
              <a:spcAft>
                <a:spcPts val="0"/>
              </a:spcAft>
              <a:buSzPts val="1500"/>
              <a:buFont typeface="Lora"/>
              <a:buChar char="●"/>
              <a:defRPr sz="1500">
                <a:latin typeface="Lora"/>
                <a:ea typeface="Lora"/>
                <a:cs typeface="Lora"/>
                <a:sym typeface="Lora"/>
              </a:defRPr>
            </a:lvl1pPr>
            <a:lvl2pPr marL="914400" lvl="1" indent="-323850" rtl="0">
              <a:spcBef>
                <a:spcPts val="0"/>
              </a:spcBef>
              <a:spcAft>
                <a:spcPts val="0"/>
              </a:spcAft>
              <a:buSzPts val="1500"/>
              <a:buFont typeface="Lora"/>
              <a:buChar char="○"/>
              <a:defRPr sz="1500">
                <a:latin typeface="Lora"/>
                <a:ea typeface="Lora"/>
                <a:cs typeface="Lora"/>
                <a:sym typeface="Lora"/>
              </a:defRPr>
            </a:lvl2pPr>
            <a:lvl3pPr marL="1371600" lvl="2" indent="-323850" rtl="0">
              <a:spcBef>
                <a:spcPts val="0"/>
              </a:spcBef>
              <a:spcAft>
                <a:spcPts val="0"/>
              </a:spcAft>
              <a:buSzPts val="1500"/>
              <a:buFont typeface="Lora"/>
              <a:buChar char="■"/>
              <a:defRPr sz="1500">
                <a:latin typeface="Lora"/>
                <a:ea typeface="Lora"/>
                <a:cs typeface="Lora"/>
                <a:sym typeface="Lora"/>
              </a:defRPr>
            </a:lvl3pPr>
            <a:lvl4pPr marL="1828800" lvl="3" indent="-323850" rtl="0">
              <a:spcBef>
                <a:spcPts val="0"/>
              </a:spcBef>
              <a:spcAft>
                <a:spcPts val="0"/>
              </a:spcAft>
              <a:buSzPts val="1500"/>
              <a:buFont typeface="Lora"/>
              <a:buChar char="●"/>
              <a:defRPr sz="1500">
                <a:latin typeface="Lora"/>
                <a:ea typeface="Lora"/>
                <a:cs typeface="Lora"/>
                <a:sym typeface="Lora"/>
              </a:defRPr>
            </a:lvl4pPr>
            <a:lvl5pPr marL="2286000" lvl="4" indent="-323850" rtl="0">
              <a:spcBef>
                <a:spcPts val="0"/>
              </a:spcBef>
              <a:spcAft>
                <a:spcPts val="0"/>
              </a:spcAft>
              <a:buSzPts val="1500"/>
              <a:buFont typeface="Lora"/>
              <a:buChar char="○"/>
              <a:defRPr sz="1500">
                <a:latin typeface="Lora"/>
                <a:ea typeface="Lora"/>
                <a:cs typeface="Lora"/>
                <a:sym typeface="Lora"/>
              </a:defRPr>
            </a:lvl5pPr>
            <a:lvl6pPr marL="2743200" lvl="5" indent="-323850" rtl="0">
              <a:spcBef>
                <a:spcPts val="0"/>
              </a:spcBef>
              <a:spcAft>
                <a:spcPts val="0"/>
              </a:spcAft>
              <a:buSzPts val="1500"/>
              <a:buFont typeface="Lora"/>
              <a:buChar char="■"/>
              <a:defRPr sz="1500">
                <a:latin typeface="Lora"/>
                <a:ea typeface="Lora"/>
                <a:cs typeface="Lora"/>
                <a:sym typeface="Lora"/>
              </a:defRPr>
            </a:lvl6pPr>
            <a:lvl7pPr marL="3200400" lvl="6" indent="-323850" rtl="0">
              <a:spcBef>
                <a:spcPts val="0"/>
              </a:spcBef>
              <a:spcAft>
                <a:spcPts val="0"/>
              </a:spcAft>
              <a:buSzPts val="1500"/>
              <a:buFont typeface="Lora"/>
              <a:buChar char="●"/>
              <a:defRPr sz="1500">
                <a:latin typeface="Lora"/>
                <a:ea typeface="Lora"/>
                <a:cs typeface="Lora"/>
                <a:sym typeface="Lora"/>
              </a:defRPr>
            </a:lvl7pPr>
            <a:lvl8pPr marL="3657600" lvl="7" indent="-323850" rtl="0">
              <a:spcBef>
                <a:spcPts val="0"/>
              </a:spcBef>
              <a:spcAft>
                <a:spcPts val="0"/>
              </a:spcAft>
              <a:buSzPts val="1500"/>
              <a:buFont typeface="Lora"/>
              <a:buChar char="○"/>
              <a:defRPr sz="1500">
                <a:latin typeface="Lora"/>
                <a:ea typeface="Lora"/>
                <a:cs typeface="Lora"/>
                <a:sym typeface="Lora"/>
              </a:defRPr>
            </a:lvl8pPr>
            <a:lvl9pPr marL="4114800" lvl="8" indent="-323850" rtl="0">
              <a:spcBef>
                <a:spcPts val="0"/>
              </a:spcBef>
              <a:spcAft>
                <a:spcPts val="0"/>
              </a:spcAft>
              <a:buSzPts val="1500"/>
              <a:buFont typeface="Lora"/>
              <a:buChar char="■"/>
              <a:defRPr sz="1500">
                <a:latin typeface="Lora"/>
                <a:ea typeface="Lora"/>
                <a:cs typeface="Lora"/>
                <a:sym typeface="Lora"/>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61"/>
        <p:cNvGrpSpPr/>
        <p:nvPr/>
      </p:nvGrpSpPr>
      <p:grpSpPr>
        <a:xfrm>
          <a:off x="0" y="0"/>
          <a:ext cx="0" cy="0"/>
          <a:chOff x="0" y="0"/>
          <a:chExt cx="0" cy="0"/>
        </a:xfrm>
      </p:grpSpPr>
      <p:sp>
        <p:nvSpPr>
          <p:cNvPr id="262" name="Google Shape;262;p8"/>
          <p:cNvSpPr/>
          <p:nvPr/>
        </p:nvSpPr>
        <p:spPr>
          <a:xfrm>
            <a:off x="-28575" y="4446775"/>
            <a:ext cx="9191625" cy="712478"/>
          </a:xfrm>
          <a:custGeom>
            <a:avLst/>
            <a:gdLst/>
            <a:ahLst/>
            <a:cxnLst/>
            <a:rect l="l" t="t" r="r" b="b"/>
            <a:pathLst>
              <a:path w="367665" h="41339" extrusionOk="0">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418B9A"/>
          </a:solidFill>
          <a:ln>
            <a:noFill/>
          </a:ln>
        </p:spPr>
      </p:sp>
      <p:sp>
        <p:nvSpPr>
          <p:cNvPr id="263" name="Google Shape;263;p8"/>
          <p:cNvSpPr/>
          <p:nvPr/>
        </p:nvSpPr>
        <p:spPr>
          <a:xfrm>
            <a:off x="-28575" y="4578111"/>
            <a:ext cx="9191625" cy="584439"/>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E28F53"/>
          </a:solidFill>
          <a:ln>
            <a:noFill/>
          </a:ln>
        </p:spPr>
      </p:sp>
      <p:sp>
        <p:nvSpPr>
          <p:cNvPr id="264" name="Google Shape;264;p8"/>
          <p:cNvSpPr/>
          <p:nvPr/>
        </p:nvSpPr>
        <p:spPr>
          <a:xfrm rot="8100000">
            <a:off x="1847981" y="4252969"/>
            <a:ext cx="122612" cy="122612"/>
          </a:xfrm>
          <a:prstGeom prst="teardrop">
            <a:avLst>
              <a:gd name="adj" fmla="val 100000"/>
            </a:avLst>
          </a:prstGeom>
          <a:solidFill>
            <a:srgbClr val="E28F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8"/>
          <p:cNvSpPr/>
          <p:nvPr/>
        </p:nvSpPr>
        <p:spPr>
          <a:xfrm rot="8100000">
            <a:off x="6038981" y="453681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p:nvPr/>
        </p:nvSpPr>
        <p:spPr>
          <a:xfrm rot="8100000">
            <a:off x="7181981" y="4570169"/>
            <a:ext cx="122612" cy="122612"/>
          </a:xfrm>
          <a:prstGeom prst="teardrop">
            <a:avLst>
              <a:gd name="adj" fmla="val 100000"/>
            </a:avLst>
          </a:prstGeom>
          <a:solidFill>
            <a:srgbClr val="00CE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7" name="Google Shape;267;p8"/>
          <p:cNvGrpSpPr/>
          <p:nvPr/>
        </p:nvGrpSpPr>
        <p:grpSpPr>
          <a:xfrm>
            <a:off x="-9525" y="4462475"/>
            <a:ext cx="9167825" cy="595300"/>
            <a:chOff x="-9525" y="4462475"/>
            <a:chExt cx="9167825" cy="595300"/>
          </a:xfrm>
        </p:grpSpPr>
        <p:sp>
          <p:nvSpPr>
            <p:cNvPr id="268" name="Google Shape;268;p8"/>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269" name="Google Shape;269;p8"/>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270" name="Google Shape;270;p8"/>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271" name="Google Shape;271;p8"/>
          <p:cNvGrpSpPr/>
          <p:nvPr/>
        </p:nvGrpSpPr>
        <p:grpSpPr>
          <a:xfrm>
            <a:off x="-42837" y="4443488"/>
            <a:ext cx="9229575" cy="642788"/>
            <a:chOff x="-42837" y="4443488"/>
            <a:chExt cx="9229575" cy="642788"/>
          </a:xfrm>
        </p:grpSpPr>
        <p:sp>
          <p:nvSpPr>
            <p:cNvPr id="272" name="Google Shape;272;p8"/>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8"/>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8"/>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8"/>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8"/>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8"/>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8"/>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8"/>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8"/>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8"/>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8"/>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8"/>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8"/>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8"/>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8"/>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8"/>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8"/>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8"/>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8"/>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8"/>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8"/>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8"/>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8"/>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8"/>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8"/>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7" name="Google Shape;297;p8"/>
          <p:cNvSpPr/>
          <p:nvPr/>
        </p:nvSpPr>
        <p:spPr>
          <a:xfrm>
            <a:off x="2990700" y="45862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8"/>
          <p:cNvSpPr/>
          <p:nvPr/>
        </p:nvSpPr>
        <p:spPr>
          <a:xfrm>
            <a:off x="1085700" y="48719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8"/>
          <p:cNvSpPr/>
          <p:nvPr/>
        </p:nvSpPr>
        <p:spPr>
          <a:xfrm>
            <a:off x="4895700" y="45160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8"/>
          <p:cNvSpPr/>
          <p:nvPr/>
        </p:nvSpPr>
        <p:spPr>
          <a:xfrm rot="8100000">
            <a:off x="8699949" y="432916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01"/>
        <p:cNvGrpSpPr/>
        <p:nvPr/>
      </p:nvGrpSpPr>
      <p:grpSpPr>
        <a:xfrm>
          <a:off x="0" y="0"/>
          <a:ext cx="0" cy="0"/>
          <a:chOff x="0" y="0"/>
          <a:chExt cx="0" cy="0"/>
        </a:xfrm>
      </p:grpSpPr>
      <p:sp>
        <p:nvSpPr>
          <p:cNvPr id="302" name="Google Shape;302;p9"/>
          <p:cNvSpPr/>
          <p:nvPr/>
        </p:nvSpPr>
        <p:spPr>
          <a:xfrm>
            <a:off x="-28575" y="4446775"/>
            <a:ext cx="9191625" cy="712478"/>
          </a:xfrm>
          <a:custGeom>
            <a:avLst/>
            <a:gdLst/>
            <a:ahLst/>
            <a:cxnLst/>
            <a:rect l="l" t="t" r="r" b="b"/>
            <a:pathLst>
              <a:path w="367665" h="41339" extrusionOk="0">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E28F53"/>
          </a:solidFill>
          <a:ln>
            <a:noFill/>
          </a:ln>
        </p:spPr>
      </p:sp>
      <p:sp>
        <p:nvSpPr>
          <p:cNvPr id="303" name="Google Shape;303;p9"/>
          <p:cNvSpPr/>
          <p:nvPr/>
        </p:nvSpPr>
        <p:spPr>
          <a:xfrm>
            <a:off x="-28575" y="4578111"/>
            <a:ext cx="9191625" cy="584439"/>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418B9A"/>
          </a:solidFill>
          <a:ln>
            <a:noFill/>
          </a:ln>
        </p:spPr>
      </p:sp>
      <p:sp>
        <p:nvSpPr>
          <p:cNvPr id="304" name="Google Shape;304;p9"/>
          <p:cNvSpPr/>
          <p:nvPr/>
        </p:nvSpPr>
        <p:spPr>
          <a:xfrm rot="8100000">
            <a:off x="1847981" y="4252969"/>
            <a:ext cx="122612" cy="122612"/>
          </a:xfrm>
          <a:prstGeom prst="teardrop">
            <a:avLst>
              <a:gd name="adj" fmla="val 100000"/>
            </a:avLst>
          </a:prstGeom>
          <a:solidFill>
            <a:srgbClr val="418B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9"/>
          <p:cNvSpPr/>
          <p:nvPr/>
        </p:nvSpPr>
        <p:spPr>
          <a:xfrm rot="8100000">
            <a:off x="6038981" y="4536819"/>
            <a:ext cx="122612" cy="122612"/>
          </a:xfrm>
          <a:prstGeom prst="teardrop">
            <a:avLst>
              <a:gd name="adj" fmla="val 100000"/>
            </a:avLst>
          </a:prstGeom>
          <a:noFill/>
          <a:ln w="28575" cap="flat" cmpd="sng">
            <a:solidFill>
              <a:srgbClr val="418B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9"/>
          <p:cNvSpPr/>
          <p:nvPr/>
        </p:nvSpPr>
        <p:spPr>
          <a:xfrm rot="8100000">
            <a:off x="7181981" y="4570169"/>
            <a:ext cx="122612" cy="122612"/>
          </a:xfrm>
          <a:prstGeom prst="teardrop">
            <a:avLst>
              <a:gd name="adj" fmla="val 100000"/>
            </a:avLst>
          </a:prstGeom>
          <a:solidFill>
            <a:srgbClr val="00CE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7" name="Google Shape;307;p9"/>
          <p:cNvGrpSpPr/>
          <p:nvPr/>
        </p:nvGrpSpPr>
        <p:grpSpPr>
          <a:xfrm>
            <a:off x="-9525" y="4462475"/>
            <a:ext cx="9167825" cy="595300"/>
            <a:chOff x="-9525" y="4462475"/>
            <a:chExt cx="9167825" cy="595300"/>
          </a:xfrm>
        </p:grpSpPr>
        <p:sp>
          <p:nvSpPr>
            <p:cNvPr id="308" name="Google Shape;308;p9"/>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309" name="Google Shape;309;p9"/>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310" name="Google Shape;310;p9"/>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311" name="Google Shape;311;p9"/>
          <p:cNvGrpSpPr/>
          <p:nvPr/>
        </p:nvGrpSpPr>
        <p:grpSpPr>
          <a:xfrm>
            <a:off x="-42837" y="4443488"/>
            <a:ext cx="9229575" cy="642788"/>
            <a:chOff x="-42837" y="4443488"/>
            <a:chExt cx="9229575" cy="642788"/>
          </a:xfrm>
        </p:grpSpPr>
        <p:sp>
          <p:nvSpPr>
            <p:cNvPr id="312" name="Google Shape;312;p9"/>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9"/>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9"/>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9"/>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9"/>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9"/>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9"/>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9"/>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9"/>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9"/>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9"/>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9"/>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9"/>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9"/>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9"/>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9"/>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9"/>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9"/>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9"/>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9"/>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9"/>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9"/>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9"/>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9"/>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9"/>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7" name="Google Shape;337;p9"/>
          <p:cNvSpPr/>
          <p:nvPr/>
        </p:nvSpPr>
        <p:spPr>
          <a:xfrm>
            <a:off x="2990700" y="45862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9"/>
          <p:cNvSpPr/>
          <p:nvPr/>
        </p:nvSpPr>
        <p:spPr>
          <a:xfrm>
            <a:off x="1085700" y="48719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9"/>
          <p:cNvSpPr/>
          <p:nvPr/>
        </p:nvSpPr>
        <p:spPr>
          <a:xfrm>
            <a:off x="4895700" y="45160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9"/>
          <p:cNvSpPr/>
          <p:nvPr/>
        </p:nvSpPr>
        <p:spPr>
          <a:xfrm rot="8100000">
            <a:off x="8699949" y="4329169"/>
            <a:ext cx="122612" cy="122612"/>
          </a:xfrm>
          <a:prstGeom prst="teardrop">
            <a:avLst>
              <a:gd name="adj" fmla="val 100000"/>
            </a:avLst>
          </a:prstGeom>
          <a:noFill/>
          <a:ln w="28575" cap="flat" cmpd="sng">
            <a:solidFill>
              <a:srgbClr val="AFF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All graph 2">
  <p:cSld name="BLANK_2_2">
    <p:spTree>
      <p:nvGrpSpPr>
        <p:cNvPr id="1" name="Shape 341"/>
        <p:cNvGrpSpPr/>
        <p:nvPr/>
      </p:nvGrpSpPr>
      <p:grpSpPr>
        <a:xfrm>
          <a:off x="0" y="0"/>
          <a:ext cx="0" cy="0"/>
          <a:chOff x="0" y="0"/>
          <a:chExt cx="0" cy="0"/>
        </a:xfrm>
      </p:grpSpPr>
      <p:sp>
        <p:nvSpPr>
          <p:cNvPr id="342" name="Google Shape;342;p10"/>
          <p:cNvSpPr/>
          <p:nvPr/>
        </p:nvSpPr>
        <p:spPr>
          <a:xfrm>
            <a:off x="-20075" y="636775"/>
            <a:ext cx="9203950" cy="4550900"/>
          </a:xfrm>
          <a:custGeom>
            <a:avLst/>
            <a:gdLst/>
            <a:ahLst/>
            <a:cxnLst/>
            <a:rect l="l" t="t" r="r" b="b"/>
            <a:pathLst>
              <a:path w="368158" h="182036" extrusionOk="0">
                <a:moveTo>
                  <a:pt x="41" y="263"/>
                </a:moveTo>
                <a:lnTo>
                  <a:pt x="16234" y="11294"/>
                </a:lnTo>
                <a:lnTo>
                  <a:pt x="31283" y="5122"/>
                </a:lnTo>
                <a:lnTo>
                  <a:pt x="62144" y="4991"/>
                </a:lnTo>
                <a:lnTo>
                  <a:pt x="77384" y="0"/>
                </a:lnTo>
                <a:lnTo>
                  <a:pt x="92624" y="13527"/>
                </a:lnTo>
                <a:lnTo>
                  <a:pt x="107674" y="21276"/>
                </a:lnTo>
                <a:lnTo>
                  <a:pt x="122723" y="21145"/>
                </a:lnTo>
                <a:lnTo>
                  <a:pt x="138725" y="10375"/>
                </a:lnTo>
                <a:lnTo>
                  <a:pt x="153775" y="7880"/>
                </a:lnTo>
                <a:lnTo>
                  <a:pt x="168443" y="2349"/>
                </a:lnTo>
                <a:lnTo>
                  <a:pt x="184064" y="14841"/>
                </a:lnTo>
                <a:lnTo>
                  <a:pt x="199304" y="15274"/>
                </a:lnTo>
                <a:lnTo>
                  <a:pt x="214354" y="25085"/>
                </a:lnTo>
                <a:lnTo>
                  <a:pt x="229784" y="25085"/>
                </a:lnTo>
                <a:lnTo>
                  <a:pt x="245786" y="20094"/>
                </a:lnTo>
                <a:lnTo>
                  <a:pt x="260836" y="20094"/>
                </a:lnTo>
                <a:lnTo>
                  <a:pt x="275123" y="11426"/>
                </a:lnTo>
                <a:lnTo>
                  <a:pt x="291316" y="16810"/>
                </a:lnTo>
                <a:lnTo>
                  <a:pt x="305603" y="8143"/>
                </a:lnTo>
                <a:lnTo>
                  <a:pt x="336464" y="8012"/>
                </a:lnTo>
                <a:lnTo>
                  <a:pt x="351514" y="11294"/>
                </a:lnTo>
                <a:lnTo>
                  <a:pt x="367325" y="2758"/>
                </a:lnTo>
                <a:lnTo>
                  <a:pt x="368158" y="181769"/>
                </a:lnTo>
                <a:lnTo>
                  <a:pt x="0" y="182036"/>
                </a:lnTo>
                <a:close/>
              </a:path>
            </a:pathLst>
          </a:custGeom>
          <a:solidFill>
            <a:srgbClr val="418B9A"/>
          </a:solidFill>
          <a:ln>
            <a:noFill/>
          </a:ln>
        </p:spPr>
      </p:sp>
      <p:sp>
        <p:nvSpPr>
          <p:cNvPr id="343" name="Google Shape;343;p10"/>
          <p:cNvSpPr/>
          <p:nvPr/>
        </p:nvSpPr>
        <p:spPr>
          <a:xfrm>
            <a:off x="-33475" y="768100"/>
            <a:ext cx="9210650" cy="4406200"/>
          </a:xfrm>
          <a:custGeom>
            <a:avLst/>
            <a:gdLst/>
            <a:ahLst/>
            <a:cxnLst/>
            <a:rect l="l" t="t" r="r" b="b"/>
            <a:pathLst>
              <a:path w="368426" h="176248" extrusionOk="0">
                <a:moveTo>
                  <a:pt x="577" y="5516"/>
                </a:moveTo>
                <a:lnTo>
                  <a:pt x="16960" y="11214"/>
                </a:lnTo>
                <a:lnTo>
                  <a:pt x="47440" y="11214"/>
                </a:lnTo>
                <a:lnTo>
                  <a:pt x="62680" y="6843"/>
                </a:lnTo>
                <a:lnTo>
                  <a:pt x="77920" y="16156"/>
                </a:lnTo>
                <a:lnTo>
                  <a:pt x="93160" y="16156"/>
                </a:lnTo>
                <a:lnTo>
                  <a:pt x="107638" y="11214"/>
                </a:lnTo>
                <a:lnTo>
                  <a:pt x="122878" y="8173"/>
                </a:lnTo>
                <a:lnTo>
                  <a:pt x="138880" y="8173"/>
                </a:lnTo>
                <a:lnTo>
                  <a:pt x="154120" y="10834"/>
                </a:lnTo>
                <a:lnTo>
                  <a:pt x="168979" y="7603"/>
                </a:lnTo>
                <a:lnTo>
                  <a:pt x="184219" y="12734"/>
                </a:lnTo>
                <a:lnTo>
                  <a:pt x="199840" y="20527"/>
                </a:lnTo>
                <a:lnTo>
                  <a:pt x="214318" y="15205"/>
                </a:lnTo>
                <a:lnTo>
                  <a:pt x="229939" y="15205"/>
                </a:lnTo>
                <a:lnTo>
                  <a:pt x="245560" y="5892"/>
                </a:lnTo>
                <a:lnTo>
                  <a:pt x="260800" y="11214"/>
                </a:lnTo>
                <a:lnTo>
                  <a:pt x="276040" y="11214"/>
                </a:lnTo>
                <a:lnTo>
                  <a:pt x="291280" y="6843"/>
                </a:lnTo>
                <a:lnTo>
                  <a:pt x="321760" y="6843"/>
                </a:lnTo>
                <a:lnTo>
                  <a:pt x="337000" y="15966"/>
                </a:lnTo>
                <a:lnTo>
                  <a:pt x="351478" y="12734"/>
                </a:lnTo>
                <a:lnTo>
                  <a:pt x="367861" y="0"/>
                </a:lnTo>
                <a:lnTo>
                  <a:pt x="368426" y="176248"/>
                </a:lnTo>
                <a:lnTo>
                  <a:pt x="0" y="176248"/>
                </a:lnTo>
                <a:close/>
              </a:path>
            </a:pathLst>
          </a:custGeom>
          <a:solidFill>
            <a:srgbClr val="E28F53"/>
          </a:solidFill>
          <a:ln>
            <a:noFill/>
          </a:ln>
        </p:spPr>
      </p:sp>
      <p:sp>
        <p:nvSpPr>
          <p:cNvPr id="344" name="Google Shape;344;p10"/>
          <p:cNvSpPr/>
          <p:nvPr/>
        </p:nvSpPr>
        <p:spPr>
          <a:xfrm rot="8100000">
            <a:off x="1847981" y="442969"/>
            <a:ext cx="122612" cy="122612"/>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0"/>
          <p:cNvSpPr/>
          <p:nvPr/>
        </p:nvSpPr>
        <p:spPr>
          <a:xfrm rot="8100000">
            <a:off x="6038981" y="726819"/>
            <a:ext cx="122612" cy="122612"/>
          </a:xfrm>
          <a:prstGeom prst="teardrop">
            <a:avLst>
              <a:gd name="adj" fmla="val 100000"/>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0"/>
          <p:cNvSpPr/>
          <p:nvPr/>
        </p:nvSpPr>
        <p:spPr>
          <a:xfrm rot="8100000">
            <a:off x="7181981" y="760169"/>
            <a:ext cx="122612" cy="122612"/>
          </a:xfrm>
          <a:prstGeom prst="teardrop">
            <a:avLst>
              <a:gd name="adj" fmla="val 100000"/>
            </a:avLst>
          </a:prstGeom>
          <a:solidFill>
            <a:srgbClr val="00CE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7" name="Google Shape;347;p10"/>
          <p:cNvGrpSpPr/>
          <p:nvPr/>
        </p:nvGrpSpPr>
        <p:grpSpPr>
          <a:xfrm>
            <a:off x="-9525" y="652475"/>
            <a:ext cx="9167825" cy="595300"/>
            <a:chOff x="-9525" y="4462475"/>
            <a:chExt cx="9167825" cy="595300"/>
          </a:xfrm>
        </p:grpSpPr>
        <p:sp>
          <p:nvSpPr>
            <p:cNvPr id="348" name="Google Shape;348;p10"/>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349" name="Google Shape;349;p10"/>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350" name="Google Shape;350;p10"/>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351" name="Google Shape;351;p10"/>
          <p:cNvGrpSpPr/>
          <p:nvPr/>
        </p:nvGrpSpPr>
        <p:grpSpPr>
          <a:xfrm>
            <a:off x="-42837" y="633488"/>
            <a:ext cx="9229575" cy="642788"/>
            <a:chOff x="-42837" y="4443488"/>
            <a:chExt cx="9229575" cy="642788"/>
          </a:xfrm>
        </p:grpSpPr>
        <p:sp>
          <p:nvSpPr>
            <p:cNvPr id="352" name="Google Shape;352;p10"/>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0"/>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0"/>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0"/>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0"/>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0"/>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0"/>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0"/>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0"/>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0"/>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0"/>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0"/>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0"/>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0"/>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0"/>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0"/>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0"/>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0"/>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0"/>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0"/>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0"/>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0"/>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0"/>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0"/>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0"/>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7" name="Google Shape;377;p10"/>
          <p:cNvSpPr/>
          <p:nvPr/>
        </p:nvSpPr>
        <p:spPr>
          <a:xfrm>
            <a:off x="2990700" y="7762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0"/>
          <p:cNvSpPr/>
          <p:nvPr/>
        </p:nvSpPr>
        <p:spPr>
          <a:xfrm>
            <a:off x="1085700" y="10619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0"/>
          <p:cNvSpPr/>
          <p:nvPr/>
        </p:nvSpPr>
        <p:spPr>
          <a:xfrm>
            <a:off x="4895700" y="7060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0"/>
          <p:cNvSpPr/>
          <p:nvPr/>
        </p:nvSpPr>
        <p:spPr>
          <a:xfrm rot="8100000">
            <a:off x="8699949" y="519169"/>
            <a:ext cx="122612" cy="122612"/>
          </a:xfrm>
          <a:prstGeom prst="teardrop">
            <a:avLst>
              <a:gd name="adj" fmla="val 100000"/>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0"/>
          <p:cNvSpPr txBox="1">
            <a:spLocks noGrp="1"/>
          </p:cNvSpPr>
          <p:nvPr>
            <p:ph type="subTitle" idx="1"/>
          </p:nvPr>
        </p:nvSpPr>
        <p:spPr>
          <a:xfrm>
            <a:off x="2298300" y="652513"/>
            <a:ext cx="4547100" cy="595200"/>
          </a:xfrm>
          <a:prstGeom prst="rect">
            <a:avLst/>
          </a:prstGeom>
          <a:solidFill>
            <a:schemeClr val="lt1"/>
          </a:solidFill>
          <a:ln w="76200" cap="flat" cmpd="sng">
            <a:solidFill>
              <a:srgbClr val="418B9A"/>
            </a:solidFill>
            <a:prstDash val="solid"/>
            <a:round/>
            <a:headEnd type="none" w="sm" len="sm"/>
            <a:tailEnd type="none" w="sm" len="sm"/>
          </a:ln>
        </p:spPr>
        <p:txBody>
          <a:bodyPr spcFirstLastPara="1" wrap="square" lIns="91425" tIns="91425" rIns="91425" bIns="91425" anchor="ctr" anchorCtr="0">
            <a:normAutofit/>
          </a:bodyPr>
          <a:lstStyle>
            <a:lvl1pPr lvl="0" algn="ctr">
              <a:spcBef>
                <a:spcPts val="0"/>
              </a:spcBef>
              <a:spcAft>
                <a:spcPts val="0"/>
              </a:spcAft>
              <a:buSzPts val="2100"/>
              <a:buNone/>
              <a:defRPr sz="2100"/>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ll graph 1">
  <p:cSld name="BLANK_2_1">
    <p:spTree>
      <p:nvGrpSpPr>
        <p:cNvPr id="1" name="Shape 382"/>
        <p:cNvGrpSpPr/>
        <p:nvPr/>
      </p:nvGrpSpPr>
      <p:grpSpPr>
        <a:xfrm>
          <a:off x="0" y="0"/>
          <a:ext cx="0" cy="0"/>
          <a:chOff x="0" y="0"/>
          <a:chExt cx="0" cy="0"/>
        </a:xfrm>
      </p:grpSpPr>
      <p:sp>
        <p:nvSpPr>
          <p:cNvPr id="383" name="Google Shape;383;p11"/>
          <p:cNvSpPr/>
          <p:nvPr/>
        </p:nvSpPr>
        <p:spPr>
          <a:xfrm>
            <a:off x="-20075" y="636775"/>
            <a:ext cx="9203950" cy="4550900"/>
          </a:xfrm>
          <a:custGeom>
            <a:avLst/>
            <a:gdLst/>
            <a:ahLst/>
            <a:cxnLst/>
            <a:rect l="l" t="t" r="r" b="b"/>
            <a:pathLst>
              <a:path w="368158" h="182036" extrusionOk="0">
                <a:moveTo>
                  <a:pt x="41" y="263"/>
                </a:moveTo>
                <a:lnTo>
                  <a:pt x="16234" y="11294"/>
                </a:lnTo>
                <a:lnTo>
                  <a:pt x="31283" y="5122"/>
                </a:lnTo>
                <a:lnTo>
                  <a:pt x="62144" y="4991"/>
                </a:lnTo>
                <a:lnTo>
                  <a:pt x="77384" y="0"/>
                </a:lnTo>
                <a:lnTo>
                  <a:pt x="92624" y="13527"/>
                </a:lnTo>
                <a:lnTo>
                  <a:pt x="107674" y="21276"/>
                </a:lnTo>
                <a:lnTo>
                  <a:pt x="122723" y="21145"/>
                </a:lnTo>
                <a:lnTo>
                  <a:pt x="138725" y="10375"/>
                </a:lnTo>
                <a:lnTo>
                  <a:pt x="153775" y="7880"/>
                </a:lnTo>
                <a:lnTo>
                  <a:pt x="168443" y="2349"/>
                </a:lnTo>
                <a:lnTo>
                  <a:pt x="184064" y="14841"/>
                </a:lnTo>
                <a:lnTo>
                  <a:pt x="199304" y="15274"/>
                </a:lnTo>
                <a:lnTo>
                  <a:pt x="214354" y="25085"/>
                </a:lnTo>
                <a:lnTo>
                  <a:pt x="229784" y="25085"/>
                </a:lnTo>
                <a:lnTo>
                  <a:pt x="245786" y="20094"/>
                </a:lnTo>
                <a:lnTo>
                  <a:pt x="260836" y="20094"/>
                </a:lnTo>
                <a:lnTo>
                  <a:pt x="275123" y="11426"/>
                </a:lnTo>
                <a:lnTo>
                  <a:pt x="291316" y="16810"/>
                </a:lnTo>
                <a:lnTo>
                  <a:pt x="305603" y="8143"/>
                </a:lnTo>
                <a:lnTo>
                  <a:pt x="336464" y="8012"/>
                </a:lnTo>
                <a:lnTo>
                  <a:pt x="351514" y="11294"/>
                </a:lnTo>
                <a:lnTo>
                  <a:pt x="367325" y="2758"/>
                </a:lnTo>
                <a:lnTo>
                  <a:pt x="368158" y="181769"/>
                </a:lnTo>
                <a:lnTo>
                  <a:pt x="0" y="182036"/>
                </a:lnTo>
                <a:close/>
              </a:path>
            </a:pathLst>
          </a:custGeom>
          <a:solidFill>
            <a:srgbClr val="418B9A"/>
          </a:solidFill>
          <a:ln>
            <a:noFill/>
          </a:ln>
        </p:spPr>
      </p:sp>
      <p:sp>
        <p:nvSpPr>
          <p:cNvPr id="384" name="Google Shape;384;p11"/>
          <p:cNvSpPr/>
          <p:nvPr/>
        </p:nvSpPr>
        <p:spPr>
          <a:xfrm>
            <a:off x="-33475" y="768100"/>
            <a:ext cx="9210650" cy="4406200"/>
          </a:xfrm>
          <a:custGeom>
            <a:avLst/>
            <a:gdLst/>
            <a:ahLst/>
            <a:cxnLst/>
            <a:rect l="l" t="t" r="r" b="b"/>
            <a:pathLst>
              <a:path w="368426" h="176248" extrusionOk="0">
                <a:moveTo>
                  <a:pt x="577" y="5516"/>
                </a:moveTo>
                <a:lnTo>
                  <a:pt x="16960" y="11214"/>
                </a:lnTo>
                <a:lnTo>
                  <a:pt x="47440" y="11214"/>
                </a:lnTo>
                <a:lnTo>
                  <a:pt x="62680" y="6843"/>
                </a:lnTo>
                <a:lnTo>
                  <a:pt x="77920" y="16156"/>
                </a:lnTo>
                <a:lnTo>
                  <a:pt x="93160" y="16156"/>
                </a:lnTo>
                <a:lnTo>
                  <a:pt x="107638" y="11214"/>
                </a:lnTo>
                <a:lnTo>
                  <a:pt x="122878" y="8173"/>
                </a:lnTo>
                <a:lnTo>
                  <a:pt x="138880" y="8173"/>
                </a:lnTo>
                <a:lnTo>
                  <a:pt x="154120" y="10834"/>
                </a:lnTo>
                <a:lnTo>
                  <a:pt x="168979" y="7603"/>
                </a:lnTo>
                <a:lnTo>
                  <a:pt x="184219" y="12734"/>
                </a:lnTo>
                <a:lnTo>
                  <a:pt x="199840" y="20527"/>
                </a:lnTo>
                <a:lnTo>
                  <a:pt x="214318" y="15205"/>
                </a:lnTo>
                <a:lnTo>
                  <a:pt x="229939" y="15205"/>
                </a:lnTo>
                <a:lnTo>
                  <a:pt x="245560" y="5892"/>
                </a:lnTo>
                <a:lnTo>
                  <a:pt x="260800" y="11214"/>
                </a:lnTo>
                <a:lnTo>
                  <a:pt x="276040" y="11214"/>
                </a:lnTo>
                <a:lnTo>
                  <a:pt x="291280" y="6843"/>
                </a:lnTo>
                <a:lnTo>
                  <a:pt x="321760" y="6843"/>
                </a:lnTo>
                <a:lnTo>
                  <a:pt x="337000" y="15966"/>
                </a:lnTo>
                <a:lnTo>
                  <a:pt x="351478" y="12734"/>
                </a:lnTo>
                <a:lnTo>
                  <a:pt x="367861" y="0"/>
                </a:lnTo>
                <a:lnTo>
                  <a:pt x="368426" y="176248"/>
                </a:lnTo>
                <a:lnTo>
                  <a:pt x="0" y="176248"/>
                </a:lnTo>
                <a:close/>
              </a:path>
            </a:pathLst>
          </a:custGeom>
          <a:solidFill>
            <a:srgbClr val="E28F53"/>
          </a:solidFill>
          <a:ln>
            <a:noFill/>
          </a:ln>
        </p:spPr>
      </p:sp>
      <p:sp>
        <p:nvSpPr>
          <p:cNvPr id="385" name="Google Shape;385;p11"/>
          <p:cNvSpPr/>
          <p:nvPr/>
        </p:nvSpPr>
        <p:spPr>
          <a:xfrm rot="8100000">
            <a:off x="1847981" y="442969"/>
            <a:ext cx="122612" cy="122612"/>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1"/>
          <p:cNvSpPr/>
          <p:nvPr/>
        </p:nvSpPr>
        <p:spPr>
          <a:xfrm rot="8100000">
            <a:off x="6038981" y="726819"/>
            <a:ext cx="122612" cy="122612"/>
          </a:xfrm>
          <a:prstGeom prst="teardrop">
            <a:avLst>
              <a:gd name="adj" fmla="val 100000"/>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1"/>
          <p:cNvSpPr/>
          <p:nvPr/>
        </p:nvSpPr>
        <p:spPr>
          <a:xfrm rot="8100000">
            <a:off x="7181981" y="760169"/>
            <a:ext cx="122612" cy="122612"/>
          </a:xfrm>
          <a:prstGeom prst="teardrop">
            <a:avLst>
              <a:gd name="adj" fmla="val 100000"/>
            </a:avLst>
          </a:prstGeom>
          <a:solidFill>
            <a:srgbClr val="00CE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 name="Google Shape;388;p11"/>
          <p:cNvGrpSpPr/>
          <p:nvPr/>
        </p:nvGrpSpPr>
        <p:grpSpPr>
          <a:xfrm>
            <a:off x="-9525" y="652475"/>
            <a:ext cx="9167825" cy="595300"/>
            <a:chOff x="-9525" y="4462475"/>
            <a:chExt cx="9167825" cy="595300"/>
          </a:xfrm>
        </p:grpSpPr>
        <p:sp>
          <p:nvSpPr>
            <p:cNvPr id="389" name="Google Shape;389;p11"/>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390" name="Google Shape;390;p11"/>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391" name="Google Shape;391;p11"/>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392" name="Google Shape;392;p11"/>
          <p:cNvGrpSpPr/>
          <p:nvPr/>
        </p:nvGrpSpPr>
        <p:grpSpPr>
          <a:xfrm>
            <a:off x="-42837" y="633488"/>
            <a:ext cx="9229575" cy="642788"/>
            <a:chOff x="-42837" y="4443488"/>
            <a:chExt cx="9229575" cy="642788"/>
          </a:xfrm>
        </p:grpSpPr>
        <p:sp>
          <p:nvSpPr>
            <p:cNvPr id="393" name="Google Shape;393;p11"/>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1"/>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1"/>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1"/>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1"/>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1"/>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1"/>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1"/>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1"/>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1"/>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1"/>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1"/>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1"/>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1"/>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1"/>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1"/>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1"/>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1"/>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1"/>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1"/>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1"/>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1"/>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1"/>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1"/>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1"/>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 name="Google Shape;418;p11"/>
          <p:cNvSpPr/>
          <p:nvPr/>
        </p:nvSpPr>
        <p:spPr>
          <a:xfrm>
            <a:off x="2990700" y="7762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1"/>
          <p:cNvSpPr/>
          <p:nvPr/>
        </p:nvSpPr>
        <p:spPr>
          <a:xfrm>
            <a:off x="1085700" y="10619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1"/>
          <p:cNvSpPr/>
          <p:nvPr/>
        </p:nvSpPr>
        <p:spPr>
          <a:xfrm>
            <a:off x="4895700" y="7060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1"/>
          <p:cNvSpPr/>
          <p:nvPr/>
        </p:nvSpPr>
        <p:spPr>
          <a:xfrm rot="8100000">
            <a:off x="8699949" y="519169"/>
            <a:ext cx="122612" cy="122612"/>
          </a:xfrm>
          <a:prstGeom prst="teardrop">
            <a:avLst>
              <a:gd name="adj" fmla="val 100000"/>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1"/>
          <p:cNvSpPr txBox="1">
            <a:spLocks noGrp="1"/>
          </p:cNvSpPr>
          <p:nvPr>
            <p:ph type="title"/>
          </p:nvPr>
        </p:nvSpPr>
        <p:spPr>
          <a:xfrm>
            <a:off x="2530188" y="2286875"/>
            <a:ext cx="4088400" cy="1250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400"/>
              <a:buNone/>
              <a:defRPr sz="3400">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letely blank">
  <p:cSld name="BLANK_1">
    <p:spTree>
      <p:nvGrpSpPr>
        <p:cNvPr id="1" name="Shape 42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2 columns 1">
  <p:cSld name="TITLE_AND_TWO_COLUMNS_1">
    <p:spTree>
      <p:nvGrpSpPr>
        <p:cNvPr id="1" name="Shape 424"/>
        <p:cNvGrpSpPr/>
        <p:nvPr/>
      </p:nvGrpSpPr>
      <p:grpSpPr>
        <a:xfrm>
          <a:off x="0" y="0"/>
          <a:ext cx="0" cy="0"/>
          <a:chOff x="0" y="0"/>
          <a:chExt cx="0" cy="0"/>
        </a:xfrm>
      </p:grpSpPr>
      <p:sp>
        <p:nvSpPr>
          <p:cNvPr id="425" name="Google Shape;425;p13"/>
          <p:cNvSpPr txBox="1">
            <a:spLocks noGrp="1"/>
          </p:cNvSpPr>
          <p:nvPr>
            <p:ph type="title"/>
          </p:nvPr>
        </p:nvSpPr>
        <p:spPr>
          <a:xfrm>
            <a:off x="1144750" y="433225"/>
            <a:ext cx="6996600" cy="715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418B9A"/>
              </a:buClr>
              <a:buSzPts val="2000"/>
              <a:buNone/>
              <a:defRPr>
                <a:solidFill>
                  <a:srgbClr val="418B9A"/>
                </a:solidFill>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endParaRPr/>
          </a:p>
        </p:txBody>
      </p:sp>
      <p:sp>
        <p:nvSpPr>
          <p:cNvPr id="426" name="Google Shape;426;p13"/>
          <p:cNvSpPr/>
          <p:nvPr/>
        </p:nvSpPr>
        <p:spPr>
          <a:xfrm>
            <a:off x="-28575" y="4446775"/>
            <a:ext cx="9191625" cy="712478"/>
          </a:xfrm>
          <a:custGeom>
            <a:avLst/>
            <a:gdLst/>
            <a:ahLst/>
            <a:cxnLst/>
            <a:rect l="l" t="t" r="r" b="b"/>
            <a:pathLst>
              <a:path w="367665" h="41339" extrusionOk="0">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418B9A"/>
          </a:solidFill>
          <a:ln>
            <a:noFill/>
          </a:ln>
        </p:spPr>
      </p:sp>
      <p:sp>
        <p:nvSpPr>
          <p:cNvPr id="427" name="Google Shape;427;p13"/>
          <p:cNvSpPr/>
          <p:nvPr/>
        </p:nvSpPr>
        <p:spPr>
          <a:xfrm>
            <a:off x="-28575" y="4578111"/>
            <a:ext cx="9191625" cy="584439"/>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E28F53"/>
          </a:solidFill>
          <a:ln>
            <a:noFill/>
          </a:ln>
        </p:spPr>
      </p:sp>
      <p:sp>
        <p:nvSpPr>
          <p:cNvPr id="428" name="Google Shape;428;p13"/>
          <p:cNvSpPr/>
          <p:nvPr/>
        </p:nvSpPr>
        <p:spPr>
          <a:xfrm rot="8100000">
            <a:off x="1847981" y="4252969"/>
            <a:ext cx="122612" cy="122612"/>
          </a:xfrm>
          <a:prstGeom prst="teardrop">
            <a:avLst>
              <a:gd name="adj" fmla="val 100000"/>
            </a:avLst>
          </a:prstGeom>
          <a:solidFill>
            <a:srgbClr val="E28F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3"/>
          <p:cNvSpPr/>
          <p:nvPr/>
        </p:nvSpPr>
        <p:spPr>
          <a:xfrm rot="8100000">
            <a:off x="6038981" y="453681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3"/>
          <p:cNvSpPr/>
          <p:nvPr/>
        </p:nvSpPr>
        <p:spPr>
          <a:xfrm rot="8100000">
            <a:off x="7181981" y="4570169"/>
            <a:ext cx="122612" cy="122612"/>
          </a:xfrm>
          <a:prstGeom prst="teardrop">
            <a:avLst>
              <a:gd name="adj" fmla="val 100000"/>
            </a:avLst>
          </a:prstGeom>
          <a:solidFill>
            <a:srgbClr val="418B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1" name="Google Shape;431;p13"/>
          <p:cNvGrpSpPr/>
          <p:nvPr/>
        </p:nvGrpSpPr>
        <p:grpSpPr>
          <a:xfrm>
            <a:off x="-42837" y="4443488"/>
            <a:ext cx="9229575" cy="642788"/>
            <a:chOff x="-42837" y="4443488"/>
            <a:chExt cx="9229575" cy="642788"/>
          </a:xfrm>
        </p:grpSpPr>
        <p:sp>
          <p:nvSpPr>
            <p:cNvPr id="432" name="Google Shape;432;p13"/>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3"/>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3"/>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3"/>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3"/>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3"/>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3"/>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3"/>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3"/>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3"/>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3"/>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3"/>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3"/>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3"/>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3"/>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3"/>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3"/>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3"/>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3"/>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3"/>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3"/>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3"/>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3"/>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3"/>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3"/>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 name="Google Shape;457;p13"/>
          <p:cNvGrpSpPr/>
          <p:nvPr/>
        </p:nvGrpSpPr>
        <p:grpSpPr>
          <a:xfrm>
            <a:off x="-9525" y="4462475"/>
            <a:ext cx="9167825" cy="595300"/>
            <a:chOff x="-9525" y="4462475"/>
            <a:chExt cx="9167825" cy="595300"/>
          </a:xfrm>
        </p:grpSpPr>
        <p:sp>
          <p:nvSpPr>
            <p:cNvPr id="458" name="Google Shape;458;p13"/>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459" name="Google Shape;459;p13"/>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460" name="Google Shape;460;p13"/>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sp>
        <p:nvSpPr>
          <p:cNvPr id="461" name="Google Shape;461;p13"/>
          <p:cNvSpPr/>
          <p:nvPr/>
        </p:nvSpPr>
        <p:spPr>
          <a:xfrm>
            <a:off x="2990700" y="45862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3"/>
          <p:cNvSpPr/>
          <p:nvPr/>
        </p:nvSpPr>
        <p:spPr>
          <a:xfrm>
            <a:off x="1085700" y="48719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3"/>
          <p:cNvSpPr/>
          <p:nvPr/>
        </p:nvSpPr>
        <p:spPr>
          <a:xfrm>
            <a:off x="4895700" y="45160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3"/>
          <p:cNvSpPr/>
          <p:nvPr/>
        </p:nvSpPr>
        <p:spPr>
          <a:xfrm rot="8100000">
            <a:off x="8699949" y="432916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3"/>
          <p:cNvSpPr txBox="1"/>
          <p:nvPr/>
        </p:nvSpPr>
        <p:spPr>
          <a:xfrm>
            <a:off x="2590800" y="3858500"/>
            <a:ext cx="3969300" cy="44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Source Sans Pro"/>
              <a:ea typeface="Source Sans Pro"/>
              <a:cs typeface="Source Sans Pro"/>
              <a:sym typeface="Source Sans Pro"/>
            </a:endParaRPr>
          </a:p>
        </p:txBody>
      </p:sp>
      <p:sp>
        <p:nvSpPr>
          <p:cNvPr id="466" name="Google Shape;466;p13"/>
          <p:cNvSpPr txBox="1">
            <a:spLocks noGrp="1"/>
          </p:cNvSpPr>
          <p:nvPr>
            <p:ph type="subTitle" idx="1"/>
          </p:nvPr>
        </p:nvSpPr>
        <p:spPr>
          <a:xfrm>
            <a:off x="2914750" y="846600"/>
            <a:ext cx="3456600" cy="383100"/>
          </a:xfrm>
          <a:prstGeom prst="rect">
            <a:avLst/>
          </a:prstGeom>
        </p:spPr>
        <p:txBody>
          <a:bodyPr spcFirstLastPara="1" wrap="square" lIns="91425" tIns="91425" rIns="91425" bIns="91425" anchor="t" anchorCtr="0">
            <a:normAutofit/>
          </a:bodyPr>
          <a:lstStyle>
            <a:lvl1pPr lvl="0" algn="ctr" rtl="0">
              <a:spcBef>
                <a:spcPts val="0"/>
              </a:spcBef>
              <a:spcAft>
                <a:spcPts val="0"/>
              </a:spcAft>
              <a:buNone/>
              <a:defRPr sz="1400">
                <a:solidFill>
                  <a:srgbClr val="E28F53"/>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1">
  <p:cSld name="TITLE_1_2">
    <p:bg>
      <p:bgPr>
        <a:solidFill>
          <a:schemeClr val="lt1"/>
        </a:solidFill>
        <a:effectLst/>
      </p:bgPr>
    </p:bg>
    <p:spTree>
      <p:nvGrpSpPr>
        <p:cNvPr id="1" name="Shape 467"/>
        <p:cNvGrpSpPr/>
        <p:nvPr/>
      </p:nvGrpSpPr>
      <p:grpSpPr>
        <a:xfrm>
          <a:off x="0" y="0"/>
          <a:ext cx="0" cy="0"/>
          <a:chOff x="0" y="0"/>
          <a:chExt cx="0" cy="0"/>
        </a:xfrm>
      </p:grpSpPr>
      <p:sp>
        <p:nvSpPr>
          <p:cNvPr id="468" name="Google Shape;468;p14"/>
          <p:cNvSpPr/>
          <p:nvPr/>
        </p:nvSpPr>
        <p:spPr>
          <a:xfrm>
            <a:off x="-26725" y="3532375"/>
            <a:ext cx="9210650" cy="1302680"/>
          </a:xfrm>
          <a:custGeom>
            <a:avLst/>
            <a:gdLst/>
            <a:ahLst/>
            <a:cxnLst/>
            <a:rect l="l" t="t" r="r" b="b"/>
            <a:pathLst>
              <a:path w="368426" h="126905" extrusionOk="0">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txBody>
          <a:bodyPr/>
          <a:lstStyle/>
          <a:p>
            <a:endParaRPr lang="en-US"/>
          </a:p>
        </p:txBody>
      </p:sp>
      <p:sp>
        <p:nvSpPr>
          <p:cNvPr id="469" name="Google Shape;469;p14"/>
          <p:cNvSpPr/>
          <p:nvPr/>
        </p:nvSpPr>
        <p:spPr>
          <a:xfrm>
            <a:off x="-26725" y="3663700"/>
            <a:ext cx="9210650" cy="1529774"/>
          </a:xfrm>
          <a:custGeom>
            <a:avLst/>
            <a:gdLst/>
            <a:ahLst/>
            <a:cxnLst/>
            <a:rect l="l" t="t" r="r" b="b"/>
            <a:pathLst>
              <a:path w="368426" h="121652" extrusionOk="0">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txBody>
          <a:bodyPr/>
          <a:lstStyle/>
          <a:p>
            <a:endParaRPr lang="en-US"/>
          </a:p>
        </p:txBody>
      </p:sp>
      <p:sp>
        <p:nvSpPr>
          <p:cNvPr id="470" name="Google Shape;470;p14"/>
          <p:cNvSpPr/>
          <p:nvPr/>
        </p:nvSpPr>
        <p:spPr>
          <a:xfrm rot="8100000">
            <a:off x="1875856" y="3381094"/>
            <a:ext cx="122612" cy="122612"/>
          </a:xfrm>
          <a:prstGeom prst="teardrop">
            <a:avLst>
              <a:gd name="adj" fmla="val 100000"/>
            </a:avLst>
          </a:prstGeom>
          <a:solidFill>
            <a:srgbClr val="E69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4"/>
          <p:cNvSpPr/>
          <p:nvPr/>
        </p:nvSpPr>
        <p:spPr>
          <a:xfrm rot="8100000">
            <a:off x="6047081" y="3578244"/>
            <a:ext cx="122612" cy="122612"/>
          </a:xfrm>
          <a:prstGeom prst="teardrop">
            <a:avLst>
              <a:gd name="adj" fmla="val 100000"/>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 name="Google Shape;472;p14"/>
          <p:cNvGrpSpPr/>
          <p:nvPr/>
        </p:nvGrpSpPr>
        <p:grpSpPr>
          <a:xfrm>
            <a:off x="-5312" y="3629038"/>
            <a:ext cx="9167825" cy="595300"/>
            <a:chOff x="-9525" y="4462475"/>
            <a:chExt cx="9167825" cy="595300"/>
          </a:xfrm>
        </p:grpSpPr>
        <p:sp>
          <p:nvSpPr>
            <p:cNvPr id="473" name="Google Shape;473;p14"/>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txBody>
            <a:bodyPr/>
            <a:lstStyle/>
            <a:p>
              <a:endParaRPr lang="en-US"/>
            </a:p>
          </p:txBody>
        </p:sp>
        <p:sp>
          <p:nvSpPr>
            <p:cNvPr id="474" name="Google Shape;474;p14"/>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txBody>
            <a:bodyPr/>
            <a:lstStyle/>
            <a:p>
              <a:endParaRPr lang="en-US"/>
            </a:p>
          </p:txBody>
        </p:sp>
        <p:sp>
          <p:nvSpPr>
            <p:cNvPr id="475" name="Google Shape;475;p14"/>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txBody>
            <a:bodyPr/>
            <a:lstStyle/>
            <a:p>
              <a:endParaRPr lang="en-US"/>
            </a:p>
          </p:txBody>
        </p:sp>
      </p:grpSp>
      <p:grpSp>
        <p:nvGrpSpPr>
          <p:cNvPr id="476" name="Google Shape;476;p14"/>
          <p:cNvGrpSpPr/>
          <p:nvPr/>
        </p:nvGrpSpPr>
        <p:grpSpPr>
          <a:xfrm>
            <a:off x="-42787" y="3605288"/>
            <a:ext cx="9229575" cy="642788"/>
            <a:chOff x="-42837" y="4443488"/>
            <a:chExt cx="9229575" cy="642788"/>
          </a:xfrm>
        </p:grpSpPr>
        <p:sp>
          <p:nvSpPr>
            <p:cNvPr id="477" name="Google Shape;477;p14"/>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4"/>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4"/>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4"/>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4"/>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4"/>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4"/>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4"/>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4"/>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4"/>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4"/>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4"/>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4"/>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4"/>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4"/>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4"/>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4"/>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4"/>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4"/>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4"/>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4"/>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4"/>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4"/>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4"/>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4"/>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2" name="Google Shape;502;p14"/>
          <p:cNvSpPr/>
          <p:nvPr/>
        </p:nvSpPr>
        <p:spPr>
          <a:xfrm>
            <a:off x="2990700" y="37480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4"/>
          <p:cNvSpPr/>
          <p:nvPr/>
        </p:nvSpPr>
        <p:spPr>
          <a:xfrm>
            <a:off x="1085700" y="40337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4"/>
          <p:cNvSpPr/>
          <p:nvPr/>
        </p:nvSpPr>
        <p:spPr>
          <a:xfrm>
            <a:off x="4895700" y="36778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4"/>
          <p:cNvSpPr/>
          <p:nvPr/>
        </p:nvSpPr>
        <p:spPr>
          <a:xfrm rot="8100000">
            <a:off x="8699949" y="3490969"/>
            <a:ext cx="122612" cy="122612"/>
          </a:xfrm>
          <a:prstGeom prst="teardrop">
            <a:avLst>
              <a:gd name="adj" fmla="val 100000"/>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4"/>
          <p:cNvSpPr txBox="1">
            <a:spLocks noGrp="1"/>
          </p:cNvSpPr>
          <p:nvPr>
            <p:ph type="ctrTitle"/>
          </p:nvPr>
        </p:nvSpPr>
        <p:spPr>
          <a:xfrm>
            <a:off x="1850450" y="4033750"/>
            <a:ext cx="5610300" cy="11598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FFFFFF"/>
              </a:buClr>
              <a:buSzPts val="4800"/>
              <a:buNone/>
              <a:defRPr sz="4800">
                <a:solidFill>
                  <a:srgbClr val="FFFFFF"/>
                </a:solidFill>
              </a:defRPr>
            </a:lvl1pPr>
            <a:lvl2pPr lvl="1" algn="r" rtl="0">
              <a:spcBef>
                <a:spcPts val="0"/>
              </a:spcBef>
              <a:spcAft>
                <a:spcPts val="0"/>
              </a:spcAft>
              <a:buClr>
                <a:srgbClr val="FFFFFF"/>
              </a:buClr>
              <a:buSzPts val="4800"/>
              <a:buNone/>
              <a:defRPr sz="4800">
                <a:solidFill>
                  <a:srgbClr val="FFFFFF"/>
                </a:solidFill>
              </a:defRPr>
            </a:lvl2pPr>
            <a:lvl3pPr lvl="2" algn="r" rtl="0">
              <a:spcBef>
                <a:spcPts val="0"/>
              </a:spcBef>
              <a:spcAft>
                <a:spcPts val="0"/>
              </a:spcAft>
              <a:buClr>
                <a:srgbClr val="FFFFFF"/>
              </a:buClr>
              <a:buSzPts val="4800"/>
              <a:buNone/>
              <a:defRPr sz="4800">
                <a:solidFill>
                  <a:srgbClr val="FFFFFF"/>
                </a:solidFill>
              </a:defRPr>
            </a:lvl3pPr>
            <a:lvl4pPr lvl="3" algn="r" rtl="0">
              <a:spcBef>
                <a:spcPts val="0"/>
              </a:spcBef>
              <a:spcAft>
                <a:spcPts val="0"/>
              </a:spcAft>
              <a:buClr>
                <a:srgbClr val="FFFFFF"/>
              </a:buClr>
              <a:buSzPts val="4800"/>
              <a:buNone/>
              <a:defRPr sz="4800">
                <a:solidFill>
                  <a:srgbClr val="FFFFFF"/>
                </a:solidFill>
              </a:defRPr>
            </a:lvl4pPr>
            <a:lvl5pPr lvl="4" algn="r" rtl="0">
              <a:spcBef>
                <a:spcPts val="0"/>
              </a:spcBef>
              <a:spcAft>
                <a:spcPts val="0"/>
              </a:spcAft>
              <a:buClr>
                <a:srgbClr val="FFFFFF"/>
              </a:buClr>
              <a:buSzPts val="4800"/>
              <a:buNone/>
              <a:defRPr sz="4800">
                <a:solidFill>
                  <a:srgbClr val="FFFFFF"/>
                </a:solidFill>
              </a:defRPr>
            </a:lvl5pPr>
            <a:lvl6pPr lvl="5" algn="r" rtl="0">
              <a:spcBef>
                <a:spcPts val="0"/>
              </a:spcBef>
              <a:spcAft>
                <a:spcPts val="0"/>
              </a:spcAft>
              <a:buClr>
                <a:srgbClr val="FFFFFF"/>
              </a:buClr>
              <a:buSzPts val="4800"/>
              <a:buNone/>
              <a:defRPr sz="4800">
                <a:solidFill>
                  <a:srgbClr val="FFFFFF"/>
                </a:solidFill>
              </a:defRPr>
            </a:lvl6pPr>
            <a:lvl7pPr lvl="6" algn="r" rtl="0">
              <a:spcBef>
                <a:spcPts val="0"/>
              </a:spcBef>
              <a:spcAft>
                <a:spcPts val="0"/>
              </a:spcAft>
              <a:buClr>
                <a:srgbClr val="FFFFFF"/>
              </a:buClr>
              <a:buSzPts val="4800"/>
              <a:buNone/>
              <a:defRPr sz="4800">
                <a:solidFill>
                  <a:srgbClr val="FFFFFF"/>
                </a:solidFill>
              </a:defRPr>
            </a:lvl7pPr>
            <a:lvl8pPr lvl="7" algn="r" rtl="0">
              <a:spcBef>
                <a:spcPts val="0"/>
              </a:spcBef>
              <a:spcAft>
                <a:spcPts val="0"/>
              </a:spcAft>
              <a:buClr>
                <a:srgbClr val="FFFFFF"/>
              </a:buClr>
              <a:buSzPts val="4800"/>
              <a:buNone/>
              <a:defRPr sz="4800">
                <a:solidFill>
                  <a:srgbClr val="FFFFFF"/>
                </a:solidFill>
              </a:defRPr>
            </a:lvl8pPr>
            <a:lvl9pPr lvl="8" algn="r" rtl="0">
              <a:spcBef>
                <a:spcPts val="0"/>
              </a:spcBef>
              <a:spcAft>
                <a:spcPts val="0"/>
              </a:spcAft>
              <a:buClr>
                <a:srgbClr val="FFFFFF"/>
              </a:buClr>
              <a:buSzPts val="4800"/>
              <a:buNone/>
              <a:defRPr sz="4800">
                <a:solidFill>
                  <a:srgbClr val="FFFFFF"/>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3 columns">
  <p:cSld name="TITLE_AND_TWO_COLUMNS_1_1">
    <p:spTree>
      <p:nvGrpSpPr>
        <p:cNvPr id="1" name="Shape 507"/>
        <p:cNvGrpSpPr/>
        <p:nvPr/>
      </p:nvGrpSpPr>
      <p:grpSpPr>
        <a:xfrm>
          <a:off x="0" y="0"/>
          <a:ext cx="0" cy="0"/>
          <a:chOff x="0" y="0"/>
          <a:chExt cx="0" cy="0"/>
        </a:xfrm>
      </p:grpSpPr>
      <p:sp>
        <p:nvSpPr>
          <p:cNvPr id="508" name="Google Shape;508;p15"/>
          <p:cNvSpPr txBox="1">
            <a:spLocks noGrp="1"/>
          </p:cNvSpPr>
          <p:nvPr>
            <p:ph type="title"/>
          </p:nvPr>
        </p:nvSpPr>
        <p:spPr>
          <a:xfrm>
            <a:off x="1047750" y="634125"/>
            <a:ext cx="6996600" cy="715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418B9A"/>
              </a:buClr>
              <a:buSzPts val="2000"/>
              <a:buNone/>
              <a:defRPr>
                <a:solidFill>
                  <a:srgbClr val="418B9A"/>
                </a:solidFill>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endParaRPr/>
          </a:p>
        </p:txBody>
      </p:sp>
      <p:sp>
        <p:nvSpPr>
          <p:cNvPr id="509" name="Google Shape;509;p15"/>
          <p:cNvSpPr txBox="1">
            <a:spLocks noGrp="1"/>
          </p:cNvSpPr>
          <p:nvPr>
            <p:ph type="body" idx="1"/>
          </p:nvPr>
        </p:nvSpPr>
        <p:spPr>
          <a:xfrm>
            <a:off x="705900" y="1626600"/>
            <a:ext cx="2471700" cy="3299400"/>
          </a:xfrm>
          <a:prstGeom prst="rect">
            <a:avLst/>
          </a:prstGeom>
        </p:spPr>
        <p:txBody>
          <a:bodyPr spcFirstLastPara="1" wrap="square" lIns="91425" tIns="91425" rIns="91425" bIns="91425" anchor="ctr"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510" name="Google Shape;510;p15"/>
          <p:cNvSpPr txBox="1">
            <a:spLocks noGrp="1"/>
          </p:cNvSpPr>
          <p:nvPr>
            <p:ph type="body" idx="2"/>
          </p:nvPr>
        </p:nvSpPr>
        <p:spPr>
          <a:xfrm>
            <a:off x="3304125" y="1626600"/>
            <a:ext cx="2471700" cy="3299400"/>
          </a:xfrm>
          <a:prstGeom prst="rect">
            <a:avLst/>
          </a:prstGeom>
        </p:spPr>
        <p:txBody>
          <a:bodyPr spcFirstLastPara="1" wrap="square" lIns="91425" tIns="91425" rIns="91425" bIns="91425" anchor="ctr"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511" name="Google Shape;511;p15"/>
          <p:cNvSpPr txBox="1">
            <a:spLocks noGrp="1"/>
          </p:cNvSpPr>
          <p:nvPr>
            <p:ph type="body" idx="3"/>
          </p:nvPr>
        </p:nvSpPr>
        <p:spPr>
          <a:xfrm>
            <a:off x="5902350" y="1626600"/>
            <a:ext cx="2471700" cy="3299400"/>
          </a:xfrm>
          <a:prstGeom prst="rect">
            <a:avLst/>
          </a:prstGeom>
        </p:spPr>
        <p:txBody>
          <a:bodyPr spcFirstLastPara="1" wrap="square" lIns="91425" tIns="91425" rIns="91425" bIns="91425" anchor="ctr"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512" name="Google Shape;512;p15"/>
          <p:cNvSpPr/>
          <p:nvPr/>
        </p:nvSpPr>
        <p:spPr>
          <a:xfrm>
            <a:off x="-28575" y="4446775"/>
            <a:ext cx="9191625" cy="712478"/>
          </a:xfrm>
          <a:custGeom>
            <a:avLst/>
            <a:gdLst/>
            <a:ahLst/>
            <a:cxnLst/>
            <a:rect l="l" t="t" r="r" b="b"/>
            <a:pathLst>
              <a:path w="367665" h="41339" extrusionOk="0">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418B9A"/>
          </a:solidFill>
          <a:ln>
            <a:noFill/>
          </a:ln>
        </p:spPr>
      </p:sp>
      <p:sp>
        <p:nvSpPr>
          <p:cNvPr id="513" name="Google Shape;513;p15"/>
          <p:cNvSpPr/>
          <p:nvPr/>
        </p:nvSpPr>
        <p:spPr>
          <a:xfrm>
            <a:off x="-28575" y="4578111"/>
            <a:ext cx="9191625" cy="584439"/>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E28F53"/>
          </a:solidFill>
          <a:ln>
            <a:noFill/>
          </a:ln>
        </p:spPr>
      </p:sp>
      <p:sp>
        <p:nvSpPr>
          <p:cNvPr id="514" name="Google Shape;514;p15"/>
          <p:cNvSpPr/>
          <p:nvPr/>
        </p:nvSpPr>
        <p:spPr>
          <a:xfrm rot="8100000">
            <a:off x="1847981" y="4252969"/>
            <a:ext cx="122612" cy="122612"/>
          </a:xfrm>
          <a:prstGeom prst="teardrop">
            <a:avLst>
              <a:gd name="adj" fmla="val 100000"/>
            </a:avLst>
          </a:prstGeom>
          <a:solidFill>
            <a:srgbClr val="E28F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5"/>
          <p:cNvSpPr/>
          <p:nvPr/>
        </p:nvSpPr>
        <p:spPr>
          <a:xfrm rot="8100000">
            <a:off x="6038981" y="453681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5"/>
          <p:cNvSpPr/>
          <p:nvPr/>
        </p:nvSpPr>
        <p:spPr>
          <a:xfrm rot="8100000">
            <a:off x="7181981" y="4570169"/>
            <a:ext cx="122612" cy="122612"/>
          </a:xfrm>
          <a:prstGeom prst="teardrop">
            <a:avLst>
              <a:gd name="adj" fmla="val 100000"/>
            </a:avLst>
          </a:prstGeom>
          <a:solidFill>
            <a:srgbClr val="00CE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7" name="Google Shape;517;p15"/>
          <p:cNvGrpSpPr/>
          <p:nvPr/>
        </p:nvGrpSpPr>
        <p:grpSpPr>
          <a:xfrm>
            <a:off x="-9525" y="4462475"/>
            <a:ext cx="9167825" cy="595300"/>
            <a:chOff x="-9525" y="4462475"/>
            <a:chExt cx="9167825" cy="595300"/>
          </a:xfrm>
        </p:grpSpPr>
        <p:sp>
          <p:nvSpPr>
            <p:cNvPr id="518" name="Google Shape;518;p15"/>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519" name="Google Shape;519;p15"/>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520" name="Google Shape;520;p15"/>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521" name="Google Shape;521;p15"/>
          <p:cNvGrpSpPr/>
          <p:nvPr/>
        </p:nvGrpSpPr>
        <p:grpSpPr>
          <a:xfrm>
            <a:off x="-42837" y="4443488"/>
            <a:ext cx="9229575" cy="642788"/>
            <a:chOff x="-42837" y="4443488"/>
            <a:chExt cx="9229575" cy="642788"/>
          </a:xfrm>
        </p:grpSpPr>
        <p:sp>
          <p:nvSpPr>
            <p:cNvPr id="522" name="Google Shape;522;p15"/>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5"/>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5"/>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5"/>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5"/>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5"/>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5"/>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5"/>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5"/>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5"/>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5"/>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5"/>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5"/>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5"/>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5"/>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5"/>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5"/>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5"/>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5"/>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5"/>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5"/>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5"/>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5"/>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5"/>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15"/>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7" name="Google Shape;547;p15"/>
          <p:cNvSpPr/>
          <p:nvPr/>
        </p:nvSpPr>
        <p:spPr>
          <a:xfrm>
            <a:off x="2990700" y="45862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5"/>
          <p:cNvSpPr/>
          <p:nvPr/>
        </p:nvSpPr>
        <p:spPr>
          <a:xfrm>
            <a:off x="1085700" y="48719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5"/>
          <p:cNvSpPr/>
          <p:nvPr/>
        </p:nvSpPr>
        <p:spPr>
          <a:xfrm>
            <a:off x="4895700" y="45160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5"/>
          <p:cNvSpPr/>
          <p:nvPr/>
        </p:nvSpPr>
        <p:spPr>
          <a:xfrm rot="8100000">
            <a:off x="8699949" y="432916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47750" y="634125"/>
            <a:ext cx="6996600" cy="7158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1pPr>
            <a:lvl2pPr lvl="1"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2pPr>
            <a:lvl3pPr lvl="2"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3pPr>
            <a:lvl4pPr lvl="3"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4pPr>
            <a:lvl5pPr lvl="4"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5pPr>
            <a:lvl6pPr lvl="5"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6pPr>
            <a:lvl7pPr lvl="6"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7pPr>
            <a:lvl8pPr lvl="7"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8pPr>
            <a:lvl9pPr lvl="8"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9pPr>
          </a:lstStyle>
          <a:p>
            <a:endParaRPr/>
          </a:p>
        </p:txBody>
      </p:sp>
      <p:sp>
        <p:nvSpPr>
          <p:cNvPr id="7" name="Google Shape;7;p1"/>
          <p:cNvSpPr txBox="1">
            <a:spLocks noGrp="1"/>
          </p:cNvSpPr>
          <p:nvPr>
            <p:ph type="body" idx="1"/>
          </p:nvPr>
        </p:nvSpPr>
        <p:spPr>
          <a:xfrm>
            <a:off x="908575" y="927550"/>
            <a:ext cx="7316400" cy="3363300"/>
          </a:xfrm>
          <a:prstGeom prst="rect">
            <a:avLst/>
          </a:prstGeom>
          <a:noFill/>
          <a:ln>
            <a:noFill/>
          </a:ln>
        </p:spPr>
        <p:txBody>
          <a:bodyPr spcFirstLastPara="1" wrap="square" lIns="91425" tIns="91425" rIns="91425" bIns="91425" anchor="ctr" anchorCtr="0">
            <a:normAutofit/>
          </a:bodyPr>
          <a:lstStyle>
            <a:lvl1pPr marL="457200" lvl="0" indent="-323850" rtl="0">
              <a:spcBef>
                <a:spcPts val="0"/>
              </a:spcBef>
              <a:spcAft>
                <a:spcPts val="0"/>
              </a:spcAft>
              <a:buSzPts val="1500"/>
              <a:buFont typeface="Lora"/>
              <a:buChar char="●"/>
              <a:defRPr sz="1500">
                <a:latin typeface="Lora"/>
                <a:ea typeface="Lora"/>
                <a:cs typeface="Lora"/>
                <a:sym typeface="Lora"/>
              </a:defRPr>
            </a:lvl1pPr>
            <a:lvl2pPr marL="914400" lvl="1" indent="-323850" rtl="0">
              <a:spcBef>
                <a:spcPts val="0"/>
              </a:spcBef>
              <a:spcAft>
                <a:spcPts val="0"/>
              </a:spcAft>
              <a:buClr>
                <a:schemeClr val="dk1"/>
              </a:buClr>
              <a:buSzPts val="1500"/>
              <a:buFont typeface="Lora"/>
              <a:buChar char="○"/>
              <a:defRPr sz="1500">
                <a:solidFill>
                  <a:schemeClr val="dk1"/>
                </a:solidFill>
                <a:latin typeface="Lora"/>
                <a:ea typeface="Lora"/>
                <a:cs typeface="Lora"/>
                <a:sym typeface="Lora"/>
              </a:defRPr>
            </a:lvl2pPr>
            <a:lvl3pPr marL="1371600" lvl="2" indent="-323850" rtl="0">
              <a:spcBef>
                <a:spcPts val="0"/>
              </a:spcBef>
              <a:spcAft>
                <a:spcPts val="0"/>
              </a:spcAft>
              <a:buSzPts val="1500"/>
              <a:buFont typeface="Lora"/>
              <a:buChar char="■"/>
              <a:defRPr sz="1500">
                <a:latin typeface="Lora"/>
                <a:ea typeface="Lora"/>
                <a:cs typeface="Lora"/>
                <a:sym typeface="Lora"/>
              </a:defRPr>
            </a:lvl3pPr>
            <a:lvl4pPr marL="1828800" lvl="3" indent="-323850" rtl="0">
              <a:spcBef>
                <a:spcPts val="0"/>
              </a:spcBef>
              <a:spcAft>
                <a:spcPts val="0"/>
              </a:spcAft>
              <a:buSzPts val="1500"/>
              <a:buFont typeface="Lora"/>
              <a:buChar char="●"/>
              <a:defRPr sz="1500">
                <a:latin typeface="Lora"/>
                <a:ea typeface="Lora"/>
                <a:cs typeface="Lora"/>
                <a:sym typeface="Lora"/>
              </a:defRPr>
            </a:lvl4pPr>
            <a:lvl5pPr marL="2286000" lvl="4" indent="-323850" rtl="0">
              <a:spcBef>
                <a:spcPts val="0"/>
              </a:spcBef>
              <a:spcAft>
                <a:spcPts val="0"/>
              </a:spcAft>
              <a:buSzPts val="1500"/>
              <a:buFont typeface="Lora"/>
              <a:buChar char="○"/>
              <a:defRPr sz="1500">
                <a:latin typeface="Lora"/>
                <a:ea typeface="Lora"/>
                <a:cs typeface="Lora"/>
                <a:sym typeface="Lora"/>
              </a:defRPr>
            </a:lvl5pPr>
            <a:lvl6pPr marL="2743200" lvl="5" indent="-323850" rtl="0">
              <a:spcBef>
                <a:spcPts val="0"/>
              </a:spcBef>
              <a:spcAft>
                <a:spcPts val="0"/>
              </a:spcAft>
              <a:buSzPts val="1500"/>
              <a:buFont typeface="Lora"/>
              <a:buChar char="■"/>
              <a:defRPr sz="1500">
                <a:latin typeface="Lora"/>
                <a:ea typeface="Lora"/>
                <a:cs typeface="Lora"/>
                <a:sym typeface="Lora"/>
              </a:defRPr>
            </a:lvl6pPr>
            <a:lvl7pPr marL="3200400" lvl="6" indent="-323850" rtl="0">
              <a:spcBef>
                <a:spcPts val="0"/>
              </a:spcBef>
              <a:spcAft>
                <a:spcPts val="0"/>
              </a:spcAft>
              <a:buSzPts val="1500"/>
              <a:buFont typeface="Lora"/>
              <a:buChar char="●"/>
              <a:defRPr sz="1500">
                <a:latin typeface="Lora"/>
                <a:ea typeface="Lora"/>
                <a:cs typeface="Lora"/>
                <a:sym typeface="Lora"/>
              </a:defRPr>
            </a:lvl7pPr>
            <a:lvl8pPr marL="3657600" lvl="7" indent="-323850" rtl="0">
              <a:spcBef>
                <a:spcPts val="0"/>
              </a:spcBef>
              <a:spcAft>
                <a:spcPts val="0"/>
              </a:spcAft>
              <a:buSzPts val="1500"/>
              <a:buFont typeface="Lora"/>
              <a:buChar char="○"/>
              <a:defRPr sz="1500">
                <a:latin typeface="Lora"/>
                <a:ea typeface="Lora"/>
                <a:cs typeface="Lora"/>
                <a:sym typeface="Lora"/>
              </a:defRPr>
            </a:lvl8pPr>
            <a:lvl9pPr marL="4114800" lvl="8" indent="-323850" rtl="0">
              <a:spcBef>
                <a:spcPts val="0"/>
              </a:spcBef>
              <a:spcAft>
                <a:spcPts val="0"/>
              </a:spcAft>
              <a:buSzPts val="1500"/>
              <a:buFont typeface="Lora"/>
              <a:buChar char="■"/>
              <a:defRPr sz="1500">
                <a:latin typeface="Lora"/>
                <a:ea typeface="Lora"/>
                <a:cs typeface="Lora"/>
                <a:sym typeface="Lor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comments" Target="../comments/commen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omments" Target="../comments/commen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omments" Target="../comments/commen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hyperlink" Target="https://broadinstitute.github.io/2024-09-27-python-intro-lesson/aio.html" TargetMode="External"/><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pic>
        <p:nvPicPr>
          <p:cNvPr id="555" name="Google Shape;555;p16"/>
          <p:cNvPicPr preferRelativeResize="0"/>
          <p:nvPr/>
        </p:nvPicPr>
        <p:blipFill rotWithShape="1">
          <a:blip r:embed="rId3">
            <a:alphaModFix/>
          </a:blip>
          <a:srcRect t="36385" b="27833"/>
          <a:stretch/>
        </p:blipFill>
        <p:spPr>
          <a:xfrm>
            <a:off x="6420929" y="0"/>
            <a:ext cx="2723075" cy="974325"/>
          </a:xfrm>
          <a:prstGeom prst="rect">
            <a:avLst/>
          </a:prstGeom>
          <a:noFill/>
          <a:ln>
            <a:noFill/>
          </a:ln>
        </p:spPr>
      </p:pic>
      <p:sp>
        <p:nvSpPr>
          <p:cNvPr id="556" name="Google Shape;556;p16"/>
          <p:cNvSpPr txBox="1">
            <a:spLocks noGrp="1"/>
          </p:cNvSpPr>
          <p:nvPr>
            <p:ph type="ctrTitle"/>
          </p:nvPr>
        </p:nvSpPr>
        <p:spPr>
          <a:xfrm>
            <a:off x="311708" y="744575"/>
            <a:ext cx="8520600" cy="2052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b="0">
                <a:solidFill>
                  <a:schemeClr val="dk1"/>
                </a:solidFill>
              </a:rPr>
              <a:t>Intro to Bioinformatics</a:t>
            </a:r>
            <a:endParaRPr sz="3000" b="0">
              <a:solidFill>
                <a:schemeClr val="dk1"/>
              </a:solidFill>
            </a:endParaRPr>
          </a:p>
          <a:p>
            <a:pPr marL="0" lvl="0" indent="0" algn="ctr" rtl="0">
              <a:spcBef>
                <a:spcPts val="0"/>
              </a:spcBef>
              <a:spcAft>
                <a:spcPts val="0"/>
              </a:spcAft>
              <a:buNone/>
            </a:pPr>
            <a:r>
              <a:rPr lang="en">
                <a:solidFill>
                  <a:schemeClr val="dk1"/>
                </a:solidFill>
              </a:rPr>
              <a:t>Workshop #1</a:t>
            </a:r>
            <a:endParaRPr>
              <a:solidFill>
                <a:schemeClr val="dk1"/>
              </a:solidFill>
            </a:endParaRPr>
          </a:p>
        </p:txBody>
      </p:sp>
      <p:sp>
        <p:nvSpPr>
          <p:cNvPr id="557" name="Google Shape;557;p16"/>
          <p:cNvSpPr/>
          <p:nvPr/>
        </p:nvSpPr>
        <p:spPr>
          <a:xfrm>
            <a:off x="1537500" y="2571750"/>
            <a:ext cx="6069000" cy="771600"/>
          </a:xfrm>
          <a:prstGeom prst="roundRect">
            <a:avLst>
              <a:gd name="adj" fmla="val 16667"/>
            </a:avLst>
          </a:prstGeom>
          <a:solidFill>
            <a:srgbClr val="418B9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a:solidFill>
                  <a:schemeClr val="lt1"/>
                </a:solidFill>
                <a:latin typeface="Lora"/>
                <a:ea typeface="Lora"/>
                <a:cs typeface="Lora"/>
                <a:sym typeface="Lora"/>
              </a:rPr>
              <a:t>Introduce yourself to those around you!</a:t>
            </a:r>
            <a:endParaRPr sz="1900">
              <a:solidFill>
                <a:schemeClr val="lt1"/>
              </a:solidFill>
              <a:latin typeface="Lora"/>
              <a:ea typeface="Lora"/>
              <a:cs typeface="Lora"/>
              <a:sym typeface="Lora"/>
            </a:endParaRPr>
          </a:p>
          <a:p>
            <a:pPr marL="0" lvl="0" indent="0" algn="ctr" rtl="0">
              <a:spcBef>
                <a:spcPts val="0"/>
              </a:spcBef>
              <a:spcAft>
                <a:spcPts val="0"/>
              </a:spcAft>
              <a:buNone/>
            </a:pPr>
            <a:r>
              <a:rPr lang="en" b="1">
                <a:solidFill>
                  <a:schemeClr val="lt1"/>
                </a:solidFill>
                <a:latin typeface="Lora"/>
                <a:ea typeface="Lora"/>
                <a:cs typeface="Lora"/>
                <a:sym typeface="Lora"/>
              </a:rPr>
              <a:t>What college are in? What classes are you taking?</a:t>
            </a:r>
            <a:endParaRPr b="1">
              <a:solidFill>
                <a:schemeClr val="lt1"/>
              </a:solidFill>
              <a:latin typeface="Lora"/>
              <a:ea typeface="Lora"/>
              <a:cs typeface="Lora"/>
              <a:sym typeface="Lora"/>
            </a:endParaRPr>
          </a:p>
        </p:txBody>
      </p:sp>
      <p:sp>
        <p:nvSpPr>
          <p:cNvPr id="559" name="Google Shape;559;p16"/>
          <p:cNvSpPr txBox="1"/>
          <p:nvPr/>
        </p:nvSpPr>
        <p:spPr>
          <a:xfrm>
            <a:off x="162625" y="1579725"/>
            <a:ext cx="1552500" cy="23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rgbClr val="418B9A"/>
                </a:solidFill>
                <a:latin typeface="Lora"/>
                <a:ea typeface="Lora"/>
                <a:cs typeface="Lora"/>
                <a:sym typeface="Lora"/>
              </a:rPr>
              <a:t>SIGN IN HERE</a:t>
            </a:r>
            <a:endParaRPr sz="1500" b="1">
              <a:solidFill>
                <a:srgbClr val="418B9A"/>
              </a:solidFill>
              <a:latin typeface="Lora"/>
              <a:ea typeface="Lora"/>
              <a:cs typeface="Lora"/>
              <a:sym typeface="Lor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17"/>
          <p:cNvSpPr txBox="1">
            <a:spLocks noGrp="1"/>
          </p:cNvSpPr>
          <p:nvPr>
            <p:ph type="title"/>
          </p:nvPr>
        </p:nvSpPr>
        <p:spPr>
          <a:xfrm>
            <a:off x="1911604" y="2300450"/>
            <a:ext cx="5320800" cy="125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Meet the Workshop Committee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18"/>
          <p:cNvSpPr txBox="1">
            <a:spLocks noGrp="1"/>
          </p:cNvSpPr>
          <p:nvPr>
            <p:ph type="title"/>
          </p:nvPr>
        </p:nvSpPr>
        <p:spPr>
          <a:xfrm>
            <a:off x="615950" y="277625"/>
            <a:ext cx="1806300" cy="49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500"/>
              <a:t>Willard</a:t>
            </a:r>
            <a:endParaRPr sz="2500">
              <a:solidFill>
                <a:srgbClr val="FF9900"/>
              </a:solidFill>
            </a:endParaRPr>
          </a:p>
        </p:txBody>
      </p:sp>
      <p:sp>
        <p:nvSpPr>
          <p:cNvPr id="570" name="Google Shape;570;p18"/>
          <p:cNvSpPr txBox="1"/>
          <p:nvPr/>
        </p:nvSpPr>
        <p:spPr>
          <a:xfrm>
            <a:off x="3077100" y="3367900"/>
            <a:ext cx="2983200" cy="88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latin typeface="Source Sans Pro"/>
                <a:ea typeface="Source Sans Pro"/>
                <a:cs typeface="Source Sans Pro"/>
                <a:sym typeface="Source Sans Pro"/>
              </a:rPr>
              <a:t>Bioengineering: Bioinformatics</a:t>
            </a:r>
            <a:endParaRPr sz="1300">
              <a:latin typeface="Source Sans Pro"/>
              <a:ea typeface="Source Sans Pro"/>
              <a:cs typeface="Source Sans Pro"/>
              <a:sym typeface="Source Sans Pro"/>
            </a:endParaRPr>
          </a:p>
          <a:p>
            <a:pPr marL="0" lvl="0" indent="0" algn="ctr" rtl="0">
              <a:spcBef>
                <a:spcPts val="0"/>
              </a:spcBef>
              <a:spcAft>
                <a:spcPts val="0"/>
              </a:spcAft>
              <a:buNone/>
            </a:pPr>
            <a:r>
              <a:rPr lang="en" sz="1300" b="1">
                <a:solidFill>
                  <a:srgbClr val="E28F53"/>
                </a:solidFill>
                <a:latin typeface="Source Sans Pro"/>
                <a:ea typeface="Source Sans Pro"/>
                <a:cs typeface="Source Sans Pro"/>
                <a:sym typeface="Source Sans Pro"/>
              </a:rPr>
              <a:t>Cheng Lab</a:t>
            </a:r>
            <a:endParaRPr sz="1300">
              <a:latin typeface="Source Sans Pro"/>
              <a:ea typeface="Source Sans Pro"/>
              <a:cs typeface="Source Sans Pro"/>
              <a:sym typeface="Source Sans Pro"/>
            </a:endParaRPr>
          </a:p>
          <a:p>
            <a:pPr marL="0" lvl="0" indent="0" algn="ctr" rtl="0">
              <a:spcBef>
                <a:spcPts val="0"/>
              </a:spcBef>
              <a:spcAft>
                <a:spcPts val="0"/>
              </a:spcAft>
              <a:buNone/>
            </a:pPr>
            <a:r>
              <a:rPr lang="en" sz="1300">
                <a:solidFill>
                  <a:srgbClr val="418B9A"/>
                </a:solidFill>
                <a:latin typeface="Source Sans Pro"/>
                <a:ea typeface="Source Sans Pro"/>
                <a:cs typeface="Source Sans Pro"/>
                <a:sym typeface="Source Sans Pro"/>
              </a:rPr>
              <a:t>mec018@ucsd.edu</a:t>
            </a:r>
            <a:endParaRPr sz="1300">
              <a:latin typeface="Source Sans Pro"/>
              <a:ea typeface="Source Sans Pro"/>
              <a:cs typeface="Source Sans Pro"/>
              <a:sym typeface="Source Sans Pro"/>
            </a:endParaRPr>
          </a:p>
        </p:txBody>
      </p:sp>
      <p:sp>
        <p:nvSpPr>
          <p:cNvPr id="571" name="Google Shape;571;p18"/>
          <p:cNvSpPr txBox="1"/>
          <p:nvPr/>
        </p:nvSpPr>
        <p:spPr>
          <a:xfrm>
            <a:off x="257000" y="3367900"/>
            <a:ext cx="2619000" cy="88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latin typeface="Source Sans Pro"/>
                <a:ea typeface="Source Sans Pro"/>
                <a:cs typeface="Source Sans Pro"/>
                <a:sym typeface="Source Sans Pro"/>
              </a:rPr>
              <a:t>Biology: Bioinformatics, Probability and Statistics </a:t>
            </a:r>
            <a:endParaRPr sz="1500">
              <a:latin typeface="Source Sans Pro"/>
              <a:ea typeface="Source Sans Pro"/>
              <a:cs typeface="Source Sans Pro"/>
              <a:sym typeface="Source Sans Pro"/>
            </a:endParaRPr>
          </a:p>
          <a:p>
            <a:pPr marL="0" lvl="0" indent="0" algn="ctr" rtl="0">
              <a:spcBef>
                <a:spcPts val="0"/>
              </a:spcBef>
              <a:spcAft>
                <a:spcPts val="0"/>
              </a:spcAft>
              <a:buNone/>
            </a:pPr>
            <a:r>
              <a:rPr lang="en" sz="1300" b="1">
                <a:solidFill>
                  <a:srgbClr val="E28F53"/>
                </a:solidFill>
                <a:latin typeface="Source Sans Pro"/>
                <a:ea typeface="Source Sans Pro"/>
                <a:cs typeface="Source Sans Pro"/>
                <a:sym typeface="Source Sans Pro"/>
              </a:rPr>
              <a:t>Gymrek Lab</a:t>
            </a:r>
            <a:endParaRPr sz="1300">
              <a:latin typeface="Source Sans Pro"/>
              <a:ea typeface="Source Sans Pro"/>
              <a:cs typeface="Source Sans Pro"/>
              <a:sym typeface="Source Sans Pro"/>
            </a:endParaRPr>
          </a:p>
          <a:p>
            <a:pPr marL="0" lvl="0" indent="0" algn="ctr" rtl="0">
              <a:spcBef>
                <a:spcPts val="0"/>
              </a:spcBef>
              <a:spcAft>
                <a:spcPts val="0"/>
              </a:spcAft>
              <a:buNone/>
            </a:pPr>
            <a:r>
              <a:rPr lang="en" sz="1300">
                <a:solidFill>
                  <a:srgbClr val="418B9A"/>
                </a:solidFill>
                <a:latin typeface="Source Sans Pro"/>
                <a:ea typeface="Source Sans Pro"/>
                <a:cs typeface="Source Sans Pro"/>
                <a:sym typeface="Source Sans Pro"/>
              </a:rPr>
              <a:t>wwford@ucsd.edu</a:t>
            </a:r>
            <a:endParaRPr sz="1300">
              <a:latin typeface="Source Sans Pro"/>
              <a:ea typeface="Source Sans Pro"/>
              <a:cs typeface="Source Sans Pro"/>
              <a:sym typeface="Source Sans Pro"/>
            </a:endParaRPr>
          </a:p>
        </p:txBody>
      </p:sp>
      <p:sp>
        <p:nvSpPr>
          <p:cNvPr id="572" name="Google Shape;572;p18"/>
          <p:cNvSpPr txBox="1"/>
          <p:nvPr/>
        </p:nvSpPr>
        <p:spPr>
          <a:xfrm>
            <a:off x="6268000" y="3367900"/>
            <a:ext cx="2619000" cy="88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latin typeface="Source Sans Pro"/>
                <a:ea typeface="Source Sans Pro"/>
                <a:cs typeface="Source Sans Pro"/>
                <a:sym typeface="Source Sans Pro"/>
              </a:rPr>
              <a:t>CS: Bioinformatics</a:t>
            </a:r>
            <a:endParaRPr sz="1300">
              <a:latin typeface="Source Sans Pro"/>
              <a:ea typeface="Source Sans Pro"/>
              <a:cs typeface="Source Sans Pro"/>
              <a:sym typeface="Source Sans Pro"/>
            </a:endParaRPr>
          </a:p>
          <a:p>
            <a:pPr marL="0" lvl="0" indent="0" algn="ctr" rtl="0">
              <a:spcBef>
                <a:spcPts val="0"/>
              </a:spcBef>
              <a:spcAft>
                <a:spcPts val="0"/>
              </a:spcAft>
              <a:buNone/>
            </a:pPr>
            <a:r>
              <a:rPr lang="en" sz="1300" b="1">
                <a:solidFill>
                  <a:srgbClr val="E28F53"/>
                </a:solidFill>
                <a:latin typeface="Source Sans Pro"/>
                <a:ea typeface="Source Sans Pro"/>
                <a:cs typeface="Source Sans Pro"/>
                <a:sym typeface="Source Sans Pro"/>
              </a:rPr>
              <a:t>Herzik Lab</a:t>
            </a:r>
            <a:endParaRPr sz="1300">
              <a:latin typeface="Source Sans Pro"/>
              <a:ea typeface="Source Sans Pro"/>
              <a:cs typeface="Source Sans Pro"/>
              <a:sym typeface="Source Sans Pro"/>
            </a:endParaRPr>
          </a:p>
          <a:p>
            <a:pPr marL="0" lvl="0" indent="0" algn="ctr" rtl="0">
              <a:spcBef>
                <a:spcPts val="0"/>
              </a:spcBef>
              <a:spcAft>
                <a:spcPts val="0"/>
              </a:spcAft>
              <a:buNone/>
            </a:pPr>
            <a:r>
              <a:rPr lang="en" sz="1300">
                <a:solidFill>
                  <a:srgbClr val="418B9A"/>
                </a:solidFill>
                <a:latin typeface="Source Sans Pro"/>
                <a:ea typeface="Source Sans Pro"/>
                <a:cs typeface="Source Sans Pro"/>
                <a:sym typeface="Source Sans Pro"/>
              </a:rPr>
              <a:t>asaladi@ucsd.edu </a:t>
            </a:r>
            <a:endParaRPr sz="1300">
              <a:latin typeface="Source Sans Pro"/>
              <a:ea typeface="Source Sans Pro"/>
              <a:cs typeface="Source Sans Pro"/>
              <a:sym typeface="Source Sans Pro"/>
            </a:endParaRPr>
          </a:p>
        </p:txBody>
      </p:sp>
      <p:pic>
        <p:nvPicPr>
          <p:cNvPr id="573" name="Google Shape;573;p18"/>
          <p:cNvPicPr preferRelativeResize="0"/>
          <p:nvPr/>
        </p:nvPicPr>
        <p:blipFill rotWithShape="1">
          <a:blip r:embed="rId3">
            <a:alphaModFix/>
          </a:blip>
          <a:srcRect l="8678" r="8670"/>
          <a:stretch/>
        </p:blipFill>
        <p:spPr>
          <a:xfrm>
            <a:off x="333350" y="856750"/>
            <a:ext cx="2466300" cy="2569200"/>
          </a:xfrm>
          <a:prstGeom prst="ellipse">
            <a:avLst/>
          </a:prstGeom>
          <a:noFill/>
          <a:ln>
            <a:noFill/>
          </a:ln>
        </p:spPr>
      </p:pic>
      <p:pic>
        <p:nvPicPr>
          <p:cNvPr id="574" name="Google Shape;574;p18"/>
          <p:cNvPicPr preferRelativeResize="0"/>
          <p:nvPr/>
        </p:nvPicPr>
        <p:blipFill rotWithShape="1">
          <a:blip r:embed="rId4">
            <a:alphaModFix/>
          </a:blip>
          <a:srcRect l="2794" r="2803"/>
          <a:stretch/>
        </p:blipFill>
        <p:spPr>
          <a:xfrm>
            <a:off x="3306162" y="914799"/>
            <a:ext cx="2466300" cy="2453100"/>
          </a:xfrm>
          <a:prstGeom prst="ellipse">
            <a:avLst/>
          </a:prstGeom>
          <a:noFill/>
          <a:ln>
            <a:noFill/>
          </a:ln>
        </p:spPr>
      </p:pic>
      <p:pic>
        <p:nvPicPr>
          <p:cNvPr id="575" name="Google Shape;575;p18"/>
          <p:cNvPicPr preferRelativeResize="0"/>
          <p:nvPr/>
        </p:nvPicPr>
        <p:blipFill rotWithShape="1">
          <a:blip r:embed="rId5">
            <a:alphaModFix/>
          </a:blip>
          <a:srcRect l="4086" r="4086"/>
          <a:stretch/>
        </p:blipFill>
        <p:spPr>
          <a:xfrm>
            <a:off x="6262750" y="922300"/>
            <a:ext cx="2466300" cy="2438100"/>
          </a:xfrm>
          <a:prstGeom prst="ellipse">
            <a:avLst/>
          </a:prstGeom>
          <a:noFill/>
          <a:ln>
            <a:noFill/>
          </a:ln>
        </p:spPr>
      </p:pic>
      <p:sp>
        <p:nvSpPr>
          <p:cNvPr id="576" name="Google Shape;576;p18"/>
          <p:cNvSpPr txBox="1">
            <a:spLocks noGrp="1"/>
          </p:cNvSpPr>
          <p:nvPr>
            <p:ph type="title"/>
          </p:nvPr>
        </p:nvSpPr>
        <p:spPr>
          <a:xfrm>
            <a:off x="3926250" y="277625"/>
            <a:ext cx="1291500" cy="49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500"/>
              <a:t>Megan</a:t>
            </a:r>
            <a:endParaRPr sz="2500">
              <a:solidFill>
                <a:srgbClr val="FF9900"/>
              </a:solidFill>
            </a:endParaRPr>
          </a:p>
        </p:txBody>
      </p:sp>
      <p:sp>
        <p:nvSpPr>
          <p:cNvPr id="577" name="Google Shape;577;p18"/>
          <p:cNvSpPr txBox="1">
            <a:spLocks noGrp="1"/>
          </p:cNvSpPr>
          <p:nvPr>
            <p:ph type="title"/>
          </p:nvPr>
        </p:nvSpPr>
        <p:spPr>
          <a:xfrm>
            <a:off x="6369550" y="277625"/>
            <a:ext cx="2410800" cy="49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500"/>
              <a:t>Annapurna</a:t>
            </a:r>
            <a:endParaRPr sz="2500">
              <a:solidFill>
                <a:srgbClr val="FF99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19"/>
          <p:cNvSpPr txBox="1">
            <a:spLocks noGrp="1"/>
          </p:cNvSpPr>
          <p:nvPr>
            <p:ph type="body" idx="1"/>
          </p:nvPr>
        </p:nvSpPr>
        <p:spPr>
          <a:xfrm>
            <a:off x="357475" y="834075"/>
            <a:ext cx="2710800" cy="2662200"/>
          </a:xfrm>
          <a:prstGeom prst="rect">
            <a:avLst/>
          </a:prstGeom>
        </p:spPr>
        <p:txBody>
          <a:bodyPr spcFirstLastPara="1" wrap="square" lIns="91425" tIns="91425" rIns="91425" bIns="91425" anchor="ctr" anchorCtr="0">
            <a:normAutofit/>
          </a:bodyPr>
          <a:lstStyle/>
          <a:p>
            <a:pPr marL="457200" lvl="0" indent="-330200" algn="l" rtl="0">
              <a:spcBef>
                <a:spcPts val="0"/>
              </a:spcBef>
              <a:spcAft>
                <a:spcPts val="0"/>
              </a:spcAft>
              <a:buSzPts val="1600"/>
              <a:buChar char="●"/>
            </a:pPr>
            <a:r>
              <a:rPr lang="en"/>
              <a:t>I enjoy Salsa and West Coast Swing dancing</a:t>
            </a:r>
            <a:endParaRPr/>
          </a:p>
          <a:p>
            <a:pPr marL="457200" lvl="0" indent="-330200" algn="l" rtl="0">
              <a:spcBef>
                <a:spcPts val="1000"/>
              </a:spcBef>
              <a:spcAft>
                <a:spcPts val="0"/>
              </a:spcAft>
              <a:buSzPts val="1600"/>
              <a:buChar char="●"/>
            </a:pPr>
            <a:r>
              <a:rPr lang="en"/>
              <a:t>I like insanely long board games with my friends.</a:t>
            </a:r>
            <a:endParaRPr/>
          </a:p>
          <a:p>
            <a:pPr marL="457200" lvl="0" indent="-330200" algn="l" rtl="0">
              <a:spcBef>
                <a:spcPts val="0"/>
              </a:spcBef>
              <a:spcAft>
                <a:spcPts val="0"/>
              </a:spcAft>
              <a:buSzPts val="1600"/>
              <a:buChar char="●"/>
            </a:pPr>
            <a:r>
              <a:rPr lang="en"/>
              <a:t>I am currently applying PhD programs</a:t>
            </a:r>
            <a:endParaRPr/>
          </a:p>
        </p:txBody>
      </p:sp>
      <p:sp>
        <p:nvSpPr>
          <p:cNvPr id="583" name="Google Shape;583;p19"/>
          <p:cNvSpPr txBox="1">
            <a:spLocks noGrp="1"/>
          </p:cNvSpPr>
          <p:nvPr>
            <p:ph type="body" idx="2"/>
          </p:nvPr>
        </p:nvSpPr>
        <p:spPr>
          <a:xfrm>
            <a:off x="3207200" y="453075"/>
            <a:ext cx="2710800" cy="2662200"/>
          </a:xfrm>
          <a:prstGeom prst="rect">
            <a:avLst/>
          </a:prstGeom>
        </p:spPr>
        <p:txBody>
          <a:bodyPr spcFirstLastPara="1" wrap="square" lIns="91425" tIns="91425" rIns="91425" bIns="91425" anchor="ctr" anchorCtr="0">
            <a:normAutofit/>
          </a:bodyPr>
          <a:lstStyle/>
          <a:p>
            <a:pPr marL="457200" lvl="0" indent="-330200" algn="l" rtl="0">
              <a:spcBef>
                <a:spcPts val="0"/>
              </a:spcBef>
              <a:spcAft>
                <a:spcPts val="0"/>
              </a:spcAft>
              <a:buSzPts val="1600"/>
              <a:buChar char="●"/>
            </a:pPr>
            <a:r>
              <a:rPr lang="en"/>
              <a:t>Big foodie &amp; love finding new cafes and restaurants</a:t>
            </a:r>
            <a:endParaRPr/>
          </a:p>
          <a:p>
            <a:pPr marL="457200" lvl="0" indent="-330200" algn="l" rtl="0">
              <a:spcBef>
                <a:spcPts val="0"/>
              </a:spcBef>
              <a:spcAft>
                <a:spcPts val="0"/>
              </a:spcAft>
              <a:buSzPts val="1600"/>
              <a:buChar char="●"/>
            </a:pPr>
            <a:r>
              <a:rPr lang="en"/>
              <a:t>I enjoy thrifting</a:t>
            </a:r>
            <a:endParaRPr/>
          </a:p>
          <a:p>
            <a:pPr marL="457200" lvl="0" indent="-330200" algn="l" rtl="0">
              <a:spcBef>
                <a:spcPts val="0"/>
              </a:spcBef>
              <a:spcAft>
                <a:spcPts val="0"/>
              </a:spcAft>
              <a:buSzPts val="1600"/>
              <a:buChar char="●"/>
            </a:pPr>
            <a:r>
              <a:rPr lang="en"/>
              <a:t>Favorite show is Grey’s Anatomy</a:t>
            </a:r>
            <a:endParaRPr/>
          </a:p>
        </p:txBody>
      </p:sp>
      <p:sp>
        <p:nvSpPr>
          <p:cNvPr id="584" name="Google Shape;584;p19"/>
          <p:cNvSpPr txBox="1">
            <a:spLocks noGrp="1"/>
          </p:cNvSpPr>
          <p:nvPr>
            <p:ph type="body" idx="3"/>
          </p:nvPr>
        </p:nvSpPr>
        <p:spPr>
          <a:xfrm>
            <a:off x="6056925" y="681675"/>
            <a:ext cx="2710800" cy="2662200"/>
          </a:xfrm>
          <a:prstGeom prst="rect">
            <a:avLst/>
          </a:prstGeom>
        </p:spPr>
        <p:txBody>
          <a:bodyPr spcFirstLastPara="1" wrap="square" lIns="91425" tIns="91425" rIns="91425" bIns="91425" anchor="ctr" anchorCtr="0">
            <a:normAutofit/>
          </a:bodyPr>
          <a:lstStyle/>
          <a:p>
            <a:pPr marL="457200" lvl="0" indent="-330200" algn="l" rtl="0">
              <a:spcBef>
                <a:spcPts val="0"/>
              </a:spcBef>
              <a:spcAft>
                <a:spcPts val="0"/>
              </a:spcAft>
              <a:buSzPts val="1600"/>
              <a:buChar char="●"/>
            </a:pPr>
            <a:r>
              <a:rPr lang="en"/>
              <a:t>Enjoy drawing and playing video games, Zelda is my favorite series</a:t>
            </a:r>
            <a:endParaRPr/>
          </a:p>
          <a:p>
            <a:pPr marL="457200" lvl="0" indent="-330200" algn="l" rtl="0">
              <a:spcBef>
                <a:spcPts val="0"/>
              </a:spcBef>
              <a:spcAft>
                <a:spcPts val="0"/>
              </a:spcAft>
              <a:buSzPts val="1600"/>
              <a:buChar char="●"/>
            </a:pPr>
            <a:r>
              <a:rPr lang="en"/>
              <a:t>Lived in Cali my entire life, I’d like to try visiting other places!</a:t>
            </a:r>
            <a:endParaRPr/>
          </a:p>
        </p:txBody>
      </p:sp>
      <p:sp>
        <p:nvSpPr>
          <p:cNvPr id="585" name="Google Shape;585;p19"/>
          <p:cNvSpPr txBox="1"/>
          <p:nvPr/>
        </p:nvSpPr>
        <p:spPr>
          <a:xfrm>
            <a:off x="1163800" y="325550"/>
            <a:ext cx="9144000" cy="113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300" b="1" dirty="0">
                <a:solidFill>
                  <a:srgbClr val="E28F53"/>
                </a:solidFill>
                <a:latin typeface="Lora"/>
                <a:ea typeface="Lora"/>
                <a:cs typeface="Lora"/>
                <a:sym typeface="Lora"/>
              </a:rPr>
              <a:t>Willard				 Megan			    Annapurna</a:t>
            </a:r>
            <a:endParaRPr sz="2300" b="1" dirty="0">
              <a:solidFill>
                <a:srgbClr val="E28F53"/>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20"/>
          <p:cNvSpPr txBox="1">
            <a:spLocks noGrp="1"/>
          </p:cNvSpPr>
          <p:nvPr>
            <p:ph type="title"/>
          </p:nvPr>
        </p:nvSpPr>
        <p:spPr>
          <a:xfrm>
            <a:off x="1073713" y="100225"/>
            <a:ext cx="6996600" cy="99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800"/>
              <a:t>Icebreaker</a:t>
            </a:r>
            <a:endParaRPr sz="2800"/>
          </a:p>
          <a:p>
            <a:pPr marL="0" lvl="0" indent="0" algn="ctr" rtl="0">
              <a:spcBef>
                <a:spcPts val="0"/>
              </a:spcBef>
              <a:spcAft>
                <a:spcPts val="0"/>
              </a:spcAft>
              <a:buNone/>
            </a:pPr>
            <a:r>
              <a:rPr lang="en" sz="1500" b="0">
                <a:solidFill>
                  <a:srgbClr val="E28F53"/>
                </a:solidFill>
              </a:rPr>
              <a:t>If you were on a deserted island, what 3 things would you take with you? </a:t>
            </a:r>
            <a:r>
              <a:rPr lang="en" sz="1500">
                <a:solidFill>
                  <a:srgbClr val="E28F53"/>
                </a:solidFill>
              </a:rPr>
              <a:t>Debate with a friend! </a:t>
            </a:r>
            <a:endParaRPr sz="2300">
              <a:solidFill>
                <a:srgbClr val="E28F53"/>
              </a:solidFill>
            </a:endParaRPr>
          </a:p>
        </p:txBody>
      </p:sp>
      <p:pic>
        <p:nvPicPr>
          <p:cNvPr id="591" name="Google Shape;591;p20"/>
          <p:cNvPicPr preferRelativeResize="0"/>
          <p:nvPr/>
        </p:nvPicPr>
        <p:blipFill rotWithShape="1">
          <a:blip r:embed="rId3">
            <a:alphaModFix/>
          </a:blip>
          <a:srcRect b="7978"/>
          <a:stretch/>
        </p:blipFill>
        <p:spPr>
          <a:xfrm>
            <a:off x="1741238" y="1129850"/>
            <a:ext cx="5661527" cy="3322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21"/>
          <p:cNvSpPr txBox="1">
            <a:spLocks noGrp="1"/>
          </p:cNvSpPr>
          <p:nvPr>
            <p:ph type="title"/>
          </p:nvPr>
        </p:nvSpPr>
        <p:spPr>
          <a:xfrm>
            <a:off x="1068463" y="2790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a:t>What is Bioinformatics?</a:t>
            </a:r>
            <a:endParaRPr/>
          </a:p>
        </p:txBody>
      </p:sp>
      <p:sp>
        <p:nvSpPr>
          <p:cNvPr id="597" name="Google Shape;597;p21"/>
          <p:cNvSpPr txBox="1">
            <a:spLocks noGrp="1"/>
          </p:cNvSpPr>
          <p:nvPr>
            <p:ph type="body" idx="1"/>
          </p:nvPr>
        </p:nvSpPr>
        <p:spPr>
          <a:xfrm>
            <a:off x="908563" y="1119350"/>
            <a:ext cx="7316400" cy="2382600"/>
          </a:xfrm>
          <a:prstGeom prst="rect">
            <a:avLst/>
          </a:prstGeom>
        </p:spPr>
        <p:txBody>
          <a:bodyPr spcFirstLastPara="1" wrap="square" lIns="91425" tIns="91425" rIns="91425" bIns="91425" anchor="ctr" anchorCtr="0">
            <a:normAutofit lnSpcReduction="10000"/>
          </a:bodyPr>
          <a:lstStyle/>
          <a:p>
            <a:pPr marL="0" lvl="0" indent="0" algn="l" rtl="0">
              <a:spcBef>
                <a:spcPts val="0"/>
              </a:spcBef>
              <a:spcAft>
                <a:spcPts val="0"/>
              </a:spcAft>
              <a:buNone/>
            </a:pPr>
            <a:r>
              <a:rPr lang="en" sz="1800">
                <a:solidFill>
                  <a:srgbClr val="E28F53"/>
                </a:solidFill>
              </a:rPr>
              <a:t>Biology meets Computer Science meets Statistics!</a:t>
            </a:r>
            <a:endParaRPr sz="1800">
              <a:solidFill>
                <a:srgbClr val="E28F53"/>
              </a:solidFill>
            </a:endParaRPr>
          </a:p>
          <a:p>
            <a:pPr marL="0" lvl="0" indent="0" algn="l" rtl="0">
              <a:spcBef>
                <a:spcPts val="0"/>
              </a:spcBef>
              <a:spcAft>
                <a:spcPts val="0"/>
              </a:spcAft>
              <a:buNone/>
            </a:pPr>
            <a:endParaRPr sz="1800">
              <a:solidFill>
                <a:srgbClr val="E28F53"/>
              </a:solidFill>
            </a:endParaRPr>
          </a:p>
          <a:p>
            <a:pPr marL="0" lvl="0" indent="0" algn="l" rtl="0">
              <a:spcBef>
                <a:spcPts val="0"/>
              </a:spcBef>
              <a:spcAft>
                <a:spcPts val="0"/>
              </a:spcAft>
              <a:buNone/>
            </a:pPr>
            <a:r>
              <a:rPr lang="en" sz="1900">
                <a:solidFill>
                  <a:schemeClr val="dk1"/>
                </a:solidFill>
              </a:rPr>
              <a:t>Bioinformatics is an interdisciplinary branch of biology that both creates and uses software to understand large biological datasets and answer interesting questions.</a:t>
            </a:r>
            <a:endParaRPr sz="1900">
              <a:solidFill>
                <a:schemeClr val="dk1"/>
              </a:solidFill>
            </a:endParaRPr>
          </a:p>
          <a:p>
            <a:pPr marL="0" lvl="0" indent="0" algn="l" rtl="0">
              <a:spcBef>
                <a:spcPts val="0"/>
              </a:spcBef>
              <a:spcAft>
                <a:spcPts val="0"/>
              </a:spcAft>
              <a:buNone/>
            </a:pPr>
            <a:endParaRPr sz="1900">
              <a:solidFill>
                <a:schemeClr val="dk1"/>
              </a:solidFill>
            </a:endParaRPr>
          </a:p>
          <a:p>
            <a:pPr marL="0" lvl="0" indent="0" algn="l" rtl="0">
              <a:spcBef>
                <a:spcPts val="0"/>
              </a:spcBef>
              <a:spcAft>
                <a:spcPts val="0"/>
              </a:spcAft>
              <a:buClr>
                <a:schemeClr val="dk1"/>
              </a:buClr>
              <a:buSzPts val="1100"/>
              <a:buFont typeface="Arial"/>
              <a:buNone/>
            </a:pPr>
            <a:endParaRPr sz="1900">
              <a:solidFill>
                <a:schemeClr val="dk1"/>
              </a:solidFill>
            </a:endParaRPr>
          </a:p>
          <a:p>
            <a:pPr marL="0" lvl="0" indent="0" algn="l" rtl="0">
              <a:spcBef>
                <a:spcPts val="0"/>
              </a:spcBef>
              <a:spcAft>
                <a:spcPts val="0"/>
              </a:spcAft>
              <a:buNone/>
            </a:pP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22"/>
          <p:cNvSpPr txBox="1">
            <a:spLocks noGrp="1"/>
          </p:cNvSpPr>
          <p:nvPr>
            <p:ph type="ctrTitle"/>
          </p:nvPr>
        </p:nvSpPr>
        <p:spPr>
          <a:xfrm>
            <a:off x="356000" y="4077875"/>
            <a:ext cx="8658600" cy="11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Population Genomics</a:t>
            </a:r>
            <a:endParaRPr/>
          </a:p>
        </p:txBody>
      </p:sp>
      <p:pic>
        <p:nvPicPr>
          <p:cNvPr id="603" name="Google Shape;603;p22"/>
          <p:cNvPicPr preferRelativeResize="0"/>
          <p:nvPr/>
        </p:nvPicPr>
        <p:blipFill>
          <a:blip r:embed="rId3">
            <a:alphaModFix/>
          </a:blip>
          <a:stretch>
            <a:fillRect/>
          </a:stretch>
        </p:blipFill>
        <p:spPr>
          <a:xfrm>
            <a:off x="1582575" y="52750"/>
            <a:ext cx="6004485" cy="4409574"/>
          </a:xfrm>
          <a:prstGeom prst="rect">
            <a:avLst/>
          </a:prstGeom>
          <a:noFill/>
          <a:ln>
            <a:noFill/>
          </a:ln>
        </p:spPr>
      </p:pic>
      <p:sp>
        <p:nvSpPr>
          <p:cNvPr id="604" name="Google Shape;604;p22"/>
          <p:cNvSpPr txBox="1">
            <a:spLocks noGrp="1"/>
          </p:cNvSpPr>
          <p:nvPr>
            <p:ph type="body" idx="4294967295"/>
          </p:nvPr>
        </p:nvSpPr>
        <p:spPr>
          <a:xfrm>
            <a:off x="222042" y="4462325"/>
            <a:ext cx="2344500" cy="390900"/>
          </a:xfrm>
          <a:prstGeom prst="rect">
            <a:avLst/>
          </a:prstGeom>
          <a:noFill/>
          <a:ln>
            <a:noFill/>
          </a:ln>
        </p:spPr>
        <p:txBody>
          <a:bodyPr spcFirstLastPara="1" wrap="square" lIns="91425" tIns="91425" rIns="91425" bIns="91425" anchor="ctr" anchorCtr="0">
            <a:normAutofit fontScale="85000"/>
          </a:bodyPr>
          <a:lstStyle/>
          <a:p>
            <a:pPr marL="0" lvl="0" indent="0" algn="l" rtl="0">
              <a:spcBef>
                <a:spcPts val="0"/>
              </a:spcBef>
              <a:spcAft>
                <a:spcPts val="0"/>
              </a:spcAft>
              <a:buNone/>
            </a:pPr>
            <a:r>
              <a:rPr lang="en">
                <a:solidFill>
                  <a:schemeClr val="lt1"/>
                </a:solidFill>
              </a:rPr>
              <a:t>Moreno-Estrada et al. 2013</a:t>
            </a:r>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23"/>
          <p:cNvSpPr txBox="1">
            <a:spLocks noGrp="1"/>
          </p:cNvSpPr>
          <p:nvPr>
            <p:ph type="title" idx="4294967295"/>
          </p:nvPr>
        </p:nvSpPr>
        <p:spPr>
          <a:xfrm>
            <a:off x="622054" y="236700"/>
            <a:ext cx="7899900" cy="622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dk1"/>
                </a:solidFill>
              </a:rPr>
              <a:t>Global Ancestry through </a:t>
            </a:r>
            <a:r>
              <a:rPr lang="en">
                <a:solidFill>
                  <a:srgbClr val="E28F53"/>
                </a:solidFill>
              </a:rPr>
              <a:t>admixture</a:t>
            </a:r>
            <a:endParaRPr>
              <a:solidFill>
                <a:srgbClr val="E28F53"/>
              </a:solidFill>
            </a:endParaRPr>
          </a:p>
        </p:txBody>
      </p:sp>
      <p:pic>
        <p:nvPicPr>
          <p:cNvPr id="610" name="Google Shape;610;p23"/>
          <p:cNvPicPr preferRelativeResize="0"/>
          <p:nvPr/>
        </p:nvPicPr>
        <p:blipFill rotWithShape="1">
          <a:blip r:embed="rId3">
            <a:alphaModFix/>
          </a:blip>
          <a:srcRect t="60761"/>
          <a:stretch/>
        </p:blipFill>
        <p:spPr>
          <a:xfrm>
            <a:off x="58463" y="1012075"/>
            <a:ext cx="9027077" cy="251647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pic>
        <p:nvPicPr>
          <p:cNvPr id="615" name="Google Shape;615;p24"/>
          <p:cNvPicPr preferRelativeResize="0"/>
          <p:nvPr/>
        </p:nvPicPr>
        <p:blipFill>
          <a:blip r:embed="rId3">
            <a:alphaModFix/>
          </a:blip>
          <a:stretch>
            <a:fillRect/>
          </a:stretch>
        </p:blipFill>
        <p:spPr>
          <a:xfrm>
            <a:off x="1469000" y="485125"/>
            <a:ext cx="6205998" cy="4557549"/>
          </a:xfrm>
          <a:prstGeom prst="rect">
            <a:avLst/>
          </a:prstGeom>
          <a:noFill/>
          <a:ln>
            <a:noFill/>
          </a:ln>
        </p:spPr>
      </p:pic>
      <p:sp>
        <p:nvSpPr>
          <p:cNvPr id="616" name="Google Shape;616;p24"/>
          <p:cNvSpPr txBox="1">
            <a:spLocks noGrp="1"/>
          </p:cNvSpPr>
          <p:nvPr>
            <p:ph type="title" idx="4294967295"/>
          </p:nvPr>
        </p:nvSpPr>
        <p:spPr>
          <a:xfrm>
            <a:off x="622054" y="-137375"/>
            <a:ext cx="7899900" cy="622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dk1"/>
                </a:solidFill>
              </a:rPr>
              <a:t>Global Ancestry through </a:t>
            </a:r>
            <a:r>
              <a:rPr lang="en">
                <a:solidFill>
                  <a:srgbClr val="E28F53"/>
                </a:solidFill>
              </a:rPr>
              <a:t>Principal Component Analysis (PCA)</a:t>
            </a:r>
            <a:endParaRPr>
              <a:solidFill>
                <a:srgbClr val="E28F5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grpSp>
        <p:nvGrpSpPr>
          <p:cNvPr id="621" name="Google Shape;621;p25"/>
          <p:cNvGrpSpPr/>
          <p:nvPr/>
        </p:nvGrpSpPr>
        <p:grpSpPr>
          <a:xfrm>
            <a:off x="1357256" y="447493"/>
            <a:ext cx="6429470" cy="4695821"/>
            <a:chOff x="1390200" y="783000"/>
            <a:chExt cx="5970350" cy="4360498"/>
          </a:xfrm>
        </p:grpSpPr>
        <p:pic>
          <p:nvPicPr>
            <p:cNvPr id="622" name="Google Shape;622;p25"/>
            <p:cNvPicPr preferRelativeResize="0"/>
            <p:nvPr/>
          </p:nvPicPr>
          <p:blipFill rotWithShape="1">
            <a:blip r:embed="rId3">
              <a:alphaModFix/>
            </a:blip>
            <a:srcRect t="57605" r="59724"/>
            <a:stretch/>
          </p:blipFill>
          <p:spPr>
            <a:xfrm>
              <a:off x="1390200" y="783000"/>
              <a:ext cx="5970350" cy="4360498"/>
            </a:xfrm>
            <a:prstGeom prst="rect">
              <a:avLst/>
            </a:prstGeom>
            <a:noFill/>
            <a:ln>
              <a:noFill/>
            </a:ln>
          </p:spPr>
        </p:pic>
        <p:sp>
          <p:nvSpPr>
            <p:cNvPr id="623" name="Google Shape;623;p25"/>
            <p:cNvSpPr/>
            <p:nvPr/>
          </p:nvSpPr>
          <p:spPr>
            <a:xfrm rot="5400000">
              <a:off x="5734216" y="1732576"/>
              <a:ext cx="1954419" cy="1281866"/>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ora"/>
                <a:ea typeface="Lora"/>
                <a:cs typeface="Lora"/>
                <a:sym typeface="Lora"/>
              </a:endParaRPr>
            </a:p>
          </p:txBody>
        </p:sp>
      </p:grpSp>
      <p:sp>
        <p:nvSpPr>
          <p:cNvPr id="624" name="Google Shape;624;p25"/>
          <p:cNvSpPr txBox="1">
            <a:spLocks noGrp="1"/>
          </p:cNvSpPr>
          <p:nvPr>
            <p:ph type="title" idx="4294967295"/>
          </p:nvPr>
        </p:nvSpPr>
        <p:spPr>
          <a:xfrm>
            <a:off x="622054" y="-175000"/>
            <a:ext cx="7899900" cy="622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dk1"/>
                </a:solidFill>
              </a:rPr>
              <a:t>Local Ancestry through chromosome painting</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26"/>
          <p:cNvSpPr txBox="1">
            <a:spLocks noGrp="1"/>
          </p:cNvSpPr>
          <p:nvPr>
            <p:ph type="title"/>
          </p:nvPr>
        </p:nvSpPr>
        <p:spPr>
          <a:xfrm>
            <a:off x="1068463" y="1183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Population Genomics is useful in practice too</a:t>
            </a:r>
            <a:endParaRPr/>
          </a:p>
        </p:txBody>
      </p:sp>
      <p:pic>
        <p:nvPicPr>
          <p:cNvPr id="630" name="Google Shape;630;p26"/>
          <p:cNvPicPr preferRelativeResize="0"/>
          <p:nvPr/>
        </p:nvPicPr>
        <p:blipFill>
          <a:blip r:embed="rId3">
            <a:alphaModFix/>
          </a:blip>
          <a:stretch>
            <a:fillRect/>
          </a:stretch>
        </p:blipFill>
        <p:spPr>
          <a:xfrm>
            <a:off x="122725" y="812475"/>
            <a:ext cx="7512898" cy="1417550"/>
          </a:xfrm>
          <a:prstGeom prst="rect">
            <a:avLst/>
          </a:prstGeom>
          <a:noFill/>
          <a:ln>
            <a:noFill/>
          </a:ln>
        </p:spPr>
      </p:pic>
      <p:pic>
        <p:nvPicPr>
          <p:cNvPr id="631" name="Google Shape;631;p26"/>
          <p:cNvPicPr preferRelativeResize="0"/>
          <p:nvPr/>
        </p:nvPicPr>
        <p:blipFill>
          <a:blip r:embed="rId4">
            <a:alphaModFix/>
          </a:blip>
          <a:stretch>
            <a:fillRect/>
          </a:stretch>
        </p:blipFill>
        <p:spPr>
          <a:xfrm>
            <a:off x="1631800" y="2328925"/>
            <a:ext cx="7242998" cy="2210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27"/>
          <p:cNvSpPr txBox="1">
            <a:spLocks noGrp="1"/>
          </p:cNvSpPr>
          <p:nvPr>
            <p:ph type="ctrTitle"/>
          </p:nvPr>
        </p:nvSpPr>
        <p:spPr>
          <a:xfrm>
            <a:off x="356000" y="4077875"/>
            <a:ext cx="8658600" cy="11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Phylogenetics</a:t>
            </a:r>
            <a:endParaRPr/>
          </a:p>
        </p:txBody>
      </p:sp>
      <p:pic>
        <p:nvPicPr>
          <p:cNvPr id="637" name="Google Shape;637;p27"/>
          <p:cNvPicPr preferRelativeResize="0"/>
          <p:nvPr/>
        </p:nvPicPr>
        <p:blipFill>
          <a:blip r:embed="rId3">
            <a:alphaModFix/>
          </a:blip>
          <a:stretch>
            <a:fillRect/>
          </a:stretch>
        </p:blipFill>
        <p:spPr>
          <a:xfrm>
            <a:off x="797700" y="0"/>
            <a:ext cx="4290782" cy="5143501"/>
          </a:xfrm>
          <a:prstGeom prst="rect">
            <a:avLst/>
          </a:prstGeom>
          <a:noFill/>
          <a:ln>
            <a:noFill/>
          </a:ln>
        </p:spPr>
      </p:pic>
      <p:sp>
        <p:nvSpPr>
          <p:cNvPr id="638" name="Google Shape;638;p27"/>
          <p:cNvSpPr txBox="1">
            <a:spLocks noGrp="1"/>
          </p:cNvSpPr>
          <p:nvPr>
            <p:ph type="body" idx="4294967295"/>
          </p:nvPr>
        </p:nvSpPr>
        <p:spPr>
          <a:xfrm>
            <a:off x="6509051" y="4846775"/>
            <a:ext cx="2505600" cy="390900"/>
          </a:xfrm>
          <a:prstGeom prst="rect">
            <a:avLst/>
          </a:prstGeom>
          <a:noFill/>
          <a:ln>
            <a:noFill/>
          </a:ln>
        </p:spPr>
        <p:txBody>
          <a:bodyPr spcFirstLastPara="1" wrap="square" lIns="91425" tIns="91425" rIns="91425" bIns="91425" anchor="ctr" anchorCtr="0">
            <a:normAutofit fontScale="55000"/>
          </a:bodyPr>
          <a:lstStyle/>
          <a:p>
            <a:pPr marL="0" lvl="0" indent="0" algn="l" rtl="0">
              <a:spcBef>
                <a:spcPts val="0"/>
              </a:spcBef>
              <a:spcAft>
                <a:spcPts val="0"/>
              </a:spcAft>
              <a:buNone/>
            </a:pPr>
            <a:r>
              <a:rPr lang="en">
                <a:solidFill>
                  <a:schemeClr val="lt1"/>
                </a:solidFill>
              </a:rPr>
              <a:t>https://doi.org/10.1038/nmicrobiol.2016.48</a:t>
            </a:r>
            <a:endParaRPr>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pic>
        <p:nvPicPr>
          <p:cNvPr id="643" name="Google Shape;643;p28"/>
          <p:cNvPicPr preferRelativeResize="0"/>
          <p:nvPr/>
        </p:nvPicPr>
        <p:blipFill>
          <a:blip r:embed="rId3">
            <a:alphaModFix/>
          </a:blip>
          <a:stretch>
            <a:fillRect/>
          </a:stretch>
        </p:blipFill>
        <p:spPr>
          <a:xfrm>
            <a:off x="990274" y="713575"/>
            <a:ext cx="7152998" cy="4138826"/>
          </a:xfrm>
          <a:prstGeom prst="rect">
            <a:avLst/>
          </a:prstGeom>
          <a:noFill/>
          <a:ln>
            <a:noFill/>
          </a:ln>
        </p:spPr>
      </p:pic>
      <p:sp>
        <p:nvSpPr>
          <p:cNvPr id="644" name="Google Shape;644;p28"/>
          <p:cNvSpPr txBox="1">
            <a:spLocks noGrp="1"/>
          </p:cNvSpPr>
          <p:nvPr>
            <p:ph type="title" idx="4294967295"/>
          </p:nvPr>
        </p:nvSpPr>
        <p:spPr>
          <a:xfrm>
            <a:off x="1068463" y="1183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418B9A"/>
                </a:solidFill>
              </a:rPr>
              <a:t>The phylogenetic tree of avians</a:t>
            </a:r>
            <a:endParaRPr>
              <a:solidFill>
                <a:srgbClr val="418B9A"/>
              </a:solidFill>
            </a:endParaRPr>
          </a:p>
        </p:txBody>
      </p:sp>
      <p:sp>
        <p:nvSpPr>
          <p:cNvPr id="645" name="Google Shape;645;p28"/>
          <p:cNvSpPr txBox="1">
            <a:spLocks noGrp="1"/>
          </p:cNvSpPr>
          <p:nvPr>
            <p:ph type="body" idx="4294967295"/>
          </p:nvPr>
        </p:nvSpPr>
        <p:spPr>
          <a:xfrm>
            <a:off x="6672600" y="4852400"/>
            <a:ext cx="2471400" cy="390900"/>
          </a:xfrm>
          <a:prstGeom prst="rect">
            <a:avLst/>
          </a:prstGeom>
          <a:noFill/>
          <a:ln>
            <a:noFill/>
          </a:ln>
        </p:spPr>
        <p:txBody>
          <a:bodyPr spcFirstLastPara="1" wrap="square" lIns="91425" tIns="91425" rIns="91425" bIns="91425" anchor="ctr" anchorCtr="0">
            <a:normAutofit fontScale="55000"/>
          </a:bodyPr>
          <a:lstStyle/>
          <a:p>
            <a:pPr marL="0" lvl="0" indent="0" algn="l" rtl="0">
              <a:spcBef>
                <a:spcPts val="0"/>
              </a:spcBef>
              <a:spcAft>
                <a:spcPts val="0"/>
              </a:spcAft>
              <a:buNone/>
            </a:pPr>
            <a:r>
              <a:rPr lang="en">
                <a:solidFill>
                  <a:schemeClr val="lt1"/>
                </a:solidFill>
              </a:rPr>
              <a:t>https://doi.org/10.1038/nmicrobiol.2016.48</a:t>
            </a:r>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pic>
        <p:nvPicPr>
          <p:cNvPr id="650" name="Google Shape;650;p29"/>
          <p:cNvPicPr preferRelativeResize="0"/>
          <p:nvPr/>
        </p:nvPicPr>
        <p:blipFill>
          <a:blip r:embed="rId3">
            <a:alphaModFix/>
          </a:blip>
          <a:stretch>
            <a:fillRect/>
          </a:stretch>
        </p:blipFill>
        <p:spPr>
          <a:xfrm>
            <a:off x="297275" y="968238"/>
            <a:ext cx="4051201" cy="3853851"/>
          </a:xfrm>
          <a:prstGeom prst="rect">
            <a:avLst/>
          </a:prstGeom>
          <a:noFill/>
          <a:ln>
            <a:noFill/>
          </a:ln>
        </p:spPr>
      </p:pic>
      <p:pic>
        <p:nvPicPr>
          <p:cNvPr id="651" name="Google Shape;651;p29"/>
          <p:cNvPicPr preferRelativeResize="0"/>
          <p:nvPr/>
        </p:nvPicPr>
        <p:blipFill>
          <a:blip r:embed="rId4">
            <a:alphaModFix/>
          </a:blip>
          <a:stretch>
            <a:fillRect/>
          </a:stretch>
        </p:blipFill>
        <p:spPr>
          <a:xfrm>
            <a:off x="4844650" y="644825"/>
            <a:ext cx="3754525" cy="4500676"/>
          </a:xfrm>
          <a:prstGeom prst="rect">
            <a:avLst/>
          </a:prstGeom>
          <a:noFill/>
          <a:ln>
            <a:noFill/>
          </a:ln>
        </p:spPr>
      </p:pic>
      <p:sp>
        <p:nvSpPr>
          <p:cNvPr id="652" name="Google Shape;652;p29"/>
          <p:cNvSpPr txBox="1">
            <a:spLocks noGrp="1"/>
          </p:cNvSpPr>
          <p:nvPr>
            <p:ph type="title" idx="4294967295"/>
          </p:nvPr>
        </p:nvSpPr>
        <p:spPr>
          <a:xfrm>
            <a:off x="1068463" y="1183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418B9A"/>
                </a:solidFill>
              </a:rPr>
              <a:t>Modern sequencing scale revolutionized phylogenetics</a:t>
            </a:r>
            <a:endParaRPr>
              <a:solidFill>
                <a:srgbClr val="418B9A"/>
              </a:solidFill>
            </a:endParaRPr>
          </a:p>
        </p:txBody>
      </p:sp>
      <p:sp>
        <p:nvSpPr>
          <p:cNvPr id="653" name="Google Shape;653;p29"/>
          <p:cNvSpPr txBox="1">
            <a:spLocks noGrp="1"/>
          </p:cNvSpPr>
          <p:nvPr>
            <p:ph type="title" idx="4294967295"/>
          </p:nvPr>
        </p:nvSpPr>
        <p:spPr>
          <a:xfrm>
            <a:off x="1068466" y="531825"/>
            <a:ext cx="20601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900" b="0">
                <a:solidFill>
                  <a:srgbClr val="418B9A"/>
                </a:solidFill>
              </a:rPr>
              <a:t>2006 Version</a:t>
            </a:r>
            <a:endParaRPr sz="1900" b="0">
              <a:solidFill>
                <a:srgbClr val="418B9A"/>
              </a:solidFill>
            </a:endParaRPr>
          </a:p>
        </p:txBody>
      </p:sp>
      <p:sp>
        <p:nvSpPr>
          <p:cNvPr id="654" name="Google Shape;654;p29"/>
          <p:cNvSpPr txBox="1">
            <a:spLocks noGrp="1"/>
          </p:cNvSpPr>
          <p:nvPr>
            <p:ph type="title" idx="4294967295"/>
          </p:nvPr>
        </p:nvSpPr>
        <p:spPr>
          <a:xfrm>
            <a:off x="4110691" y="531825"/>
            <a:ext cx="20601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900" b="0">
                <a:solidFill>
                  <a:srgbClr val="418B9A"/>
                </a:solidFill>
              </a:rPr>
              <a:t>2016 Version</a:t>
            </a:r>
            <a:endParaRPr sz="1900" b="0">
              <a:solidFill>
                <a:srgbClr val="418B9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30"/>
          <p:cNvSpPr txBox="1">
            <a:spLocks noGrp="1"/>
          </p:cNvSpPr>
          <p:nvPr>
            <p:ph type="title" idx="4294967295"/>
          </p:nvPr>
        </p:nvSpPr>
        <p:spPr>
          <a:xfrm>
            <a:off x="1068463" y="1183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418B9A"/>
                </a:solidFill>
              </a:rPr>
              <a:t>Phylogenetics plays a key role in public health</a:t>
            </a:r>
            <a:endParaRPr>
              <a:solidFill>
                <a:srgbClr val="418B9A"/>
              </a:solidFill>
            </a:endParaRPr>
          </a:p>
        </p:txBody>
      </p:sp>
      <p:sp>
        <p:nvSpPr>
          <p:cNvPr id="660" name="Google Shape;660;p30"/>
          <p:cNvSpPr txBox="1">
            <a:spLocks noGrp="1"/>
          </p:cNvSpPr>
          <p:nvPr>
            <p:ph type="title" idx="4294967295"/>
          </p:nvPr>
        </p:nvSpPr>
        <p:spPr>
          <a:xfrm>
            <a:off x="1068475" y="531825"/>
            <a:ext cx="30597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900" b="0">
                <a:solidFill>
                  <a:srgbClr val="418B9A"/>
                </a:solidFill>
              </a:rPr>
              <a:t>SARS Cov 2 Variant Map</a:t>
            </a:r>
            <a:endParaRPr sz="1900" b="0">
              <a:solidFill>
                <a:srgbClr val="418B9A"/>
              </a:solidFill>
            </a:endParaRPr>
          </a:p>
        </p:txBody>
      </p:sp>
      <p:sp>
        <p:nvSpPr>
          <p:cNvPr id="661" name="Google Shape;661;p30"/>
          <p:cNvSpPr txBox="1">
            <a:spLocks noGrp="1"/>
          </p:cNvSpPr>
          <p:nvPr>
            <p:ph type="title" idx="4294967295"/>
          </p:nvPr>
        </p:nvSpPr>
        <p:spPr>
          <a:xfrm>
            <a:off x="5843653" y="531825"/>
            <a:ext cx="28710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900" b="0">
                <a:solidFill>
                  <a:srgbClr val="418B9A"/>
                </a:solidFill>
              </a:rPr>
              <a:t>Malaria Variant Map</a:t>
            </a:r>
            <a:endParaRPr sz="1900" b="0">
              <a:solidFill>
                <a:srgbClr val="418B9A"/>
              </a:solidFill>
            </a:endParaRPr>
          </a:p>
        </p:txBody>
      </p:sp>
      <p:pic>
        <p:nvPicPr>
          <p:cNvPr id="662" name="Google Shape;662;p30"/>
          <p:cNvPicPr preferRelativeResize="0"/>
          <p:nvPr/>
        </p:nvPicPr>
        <p:blipFill rotWithShape="1">
          <a:blip r:embed="rId3">
            <a:alphaModFix/>
          </a:blip>
          <a:srcRect l="1700" t="5246" r="3287" b="3661"/>
          <a:stretch/>
        </p:blipFill>
        <p:spPr>
          <a:xfrm>
            <a:off x="238700" y="1127025"/>
            <a:ext cx="5452477" cy="2629124"/>
          </a:xfrm>
          <a:prstGeom prst="rect">
            <a:avLst/>
          </a:prstGeom>
          <a:noFill/>
          <a:ln>
            <a:noFill/>
          </a:ln>
        </p:spPr>
      </p:pic>
      <p:pic>
        <p:nvPicPr>
          <p:cNvPr id="663" name="Google Shape;663;p30"/>
          <p:cNvPicPr preferRelativeResize="0"/>
          <p:nvPr/>
        </p:nvPicPr>
        <p:blipFill>
          <a:blip r:embed="rId4">
            <a:alphaModFix/>
          </a:blip>
          <a:stretch>
            <a:fillRect/>
          </a:stretch>
        </p:blipFill>
        <p:spPr>
          <a:xfrm>
            <a:off x="5843577" y="1127025"/>
            <a:ext cx="2871141" cy="371167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33"/>
          <p:cNvSpPr txBox="1">
            <a:spLocks noGrp="1"/>
          </p:cNvSpPr>
          <p:nvPr>
            <p:ph type="ctrTitle"/>
          </p:nvPr>
        </p:nvSpPr>
        <p:spPr>
          <a:xfrm>
            <a:off x="356000" y="4077875"/>
            <a:ext cx="8658600" cy="11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Omics Analysis</a:t>
            </a:r>
            <a:endParaRPr/>
          </a:p>
        </p:txBody>
      </p:sp>
      <p:pic>
        <p:nvPicPr>
          <p:cNvPr id="681" name="Google Shape;681;p33"/>
          <p:cNvPicPr preferRelativeResize="0"/>
          <p:nvPr/>
        </p:nvPicPr>
        <p:blipFill>
          <a:blip r:embed="rId3">
            <a:alphaModFix/>
          </a:blip>
          <a:stretch>
            <a:fillRect/>
          </a:stretch>
        </p:blipFill>
        <p:spPr>
          <a:xfrm>
            <a:off x="1434100" y="392063"/>
            <a:ext cx="3445324" cy="4359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34"/>
          <p:cNvSpPr txBox="1">
            <a:spLocks noGrp="1"/>
          </p:cNvSpPr>
          <p:nvPr>
            <p:ph type="title" idx="4294967295"/>
          </p:nvPr>
        </p:nvSpPr>
        <p:spPr>
          <a:xfrm>
            <a:off x="1068463" y="1183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418B9A"/>
                </a:solidFill>
              </a:rPr>
              <a:t>Bioinformatics begins with genome construction</a:t>
            </a:r>
            <a:endParaRPr>
              <a:solidFill>
                <a:srgbClr val="418B9A"/>
              </a:solidFill>
            </a:endParaRPr>
          </a:p>
        </p:txBody>
      </p:sp>
      <p:pic>
        <p:nvPicPr>
          <p:cNvPr id="687" name="Google Shape;687;p34"/>
          <p:cNvPicPr preferRelativeResize="0"/>
          <p:nvPr/>
        </p:nvPicPr>
        <p:blipFill>
          <a:blip r:embed="rId3">
            <a:alphaModFix/>
          </a:blip>
          <a:stretch>
            <a:fillRect/>
          </a:stretch>
        </p:blipFill>
        <p:spPr>
          <a:xfrm>
            <a:off x="74425" y="713573"/>
            <a:ext cx="6336400" cy="2528425"/>
          </a:xfrm>
          <a:prstGeom prst="rect">
            <a:avLst/>
          </a:prstGeom>
          <a:noFill/>
          <a:ln>
            <a:noFill/>
          </a:ln>
        </p:spPr>
      </p:pic>
      <p:pic>
        <p:nvPicPr>
          <p:cNvPr id="688" name="Google Shape;688;p34"/>
          <p:cNvPicPr preferRelativeResize="0"/>
          <p:nvPr/>
        </p:nvPicPr>
        <p:blipFill rotWithShape="1">
          <a:blip r:embed="rId4">
            <a:alphaModFix/>
          </a:blip>
          <a:srcRect t="26286"/>
          <a:stretch/>
        </p:blipFill>
        <p:spPr>
          <a:xfrm>
            <a:off x="1418050" y="3391825"/>
            <a:ext cx="7339825" cy="1396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35"/>
          <p:cNvSpPr txBox="1">
            <a:spLocks noGrp="1"/>
          </p:cNvSpPr>
          <p:nvPr>
            <p:ph type="title"/>
          </p:nvPr>
        </p:nvSpPr>
        <p:spPr>
          <a:xfrm>
            <a:off x="1102375" y="221325"/>
            <a:ext cx="6996600" cy="71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Icebreaker </a:t>
            </a:r>
            <a:endParaRPr/>
          </a:p>
        </p:txBody>
      </p:sp>
      <p:sp>
        <p:nvSpPr>
          <p:cNvPr id="694" name="Google Shape;694;p35"/>
          <p:cNvSpPr/>
          <p:nvPr/>
        </p:nvSpPr>
        <p:spPr>
          <a:xfrm>
            <a:off x="835300" y="1362350"/>
            <a:ext cx="2015700" cy="2774400"/>
          </a:xfrm>
          <a:prstGeom prst="roundRect">
            <a:avLst>
              <a:gd name="adj" fmla="val 16667"/>
            </a:avLst>
          </a:prstGeom>
          <a:solidFill>
            <a:schemeClr val="lt1"/>
          </a:solidFill>
          <a:ln w="38100"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E28F53"/>
                </a:solidFill>
                <a:latin typeface="Lora"/>
                <a:ea typeface="Lora"/>
                <a:cs typeface="Lora"/>
                <a:sym typeface="Lora"/>
              </a:rPr>
              <a:t>Would you rather?</a:t>
            </a:r>
            <a:endParaRPr b="1">
              <a:solidFill>
                <a:srgbClr val="E28F53"/>
              </a:solidFill>
              <a:latin typeface="Lora"/>
              <a:ea typeface="Lora"/>
              <a:cs typeface="Lora"/>
              <a:sym typeface="Lora"/>
            </a:endParaRPr>
          </a:p>
        </p:txBody>
      </p:sp>
      <p:sp>
        <p:nvSpPr>
          <p:cNvPr id="695" name="Google Shape;695;p35"/>
          <p:cNvSpPr/>
          <p:nvPr/>
        </p:nvSpPr>
        <p:spPr>
          <a:xfrm>
            <a:off x="3593425" y="1362350"/>
            <a:ext cx="4715400" cy="715800"/>
          </a:xfrm>
          <a:prstGeom prst="roundRect">
            <a:avLst>
              <a:gd name="adj" fmla="val 16667"/>
            </a:avLst>
          </a:prstGeom>
          <a:solidFill>
            <a:schemeClr val="lt1"/>
          </a:solidFill>
          <a:ln w="38100"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E28F53"/>
                </a:solidFill>
                <a:latin typeface="Lora"/>
                <a:ea typeface="Lora"/>
                <a:cs typeface="Lora"/>
                <a:sym typeface="Lora"/>
              </a:rPr>
              <a:t>Never take a chemistry or physics class again?</a:t>
            </a:r>
            <a:endParaRPr b="1">
              <a:solidFill>
                <a:srgbClr val="E28F53"/>
              </a:solidFill>
              <a:latin typeface="Lora"/>
              <a:ea typeface="Lora"/>
              <a:cs typeface="Lora"/>
              <a:sym typeface="Lora"/>
            </a:endParaRPr>
          </a:p>
        </p:txBody>
      </p:sp>
      <p:sp>
        <p:nvSpPr>
          <p:cNvPr id="696" name="Google Shape;696;p35"/>
          <p:cNvSpPr/>
          <p:nvPr/>
        </p:nvSpPr>
        <p:spPr>
          <a:xfrm>
            <a:off x="3593350" y="2391650"/>
            <a:ext cx="4715400" cy="715800"/>
          </a:xfrm>
          <a:prstGeom prst="roundRect">
            <a:avLst>
              <a:gd name="adj" fmla="val 16667"/>
            </a:avLst>
          </a:prstGeom>
          <a:solidFill>
            <a:schemeClr val="lt1"/>
          </a:solidFill>
          <a:ln w="38100"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E28F53"/>
                </a:solidFill>
                <a:latin typeface="Lora"/>
                <a:ea typeface="Lora"/>
                <a:cs typeface="Lora"/>
                <a:sym typeface="Lora"/>
              </a:rPr>
              <a:t>Be able to pick up any programming language or math really quickly?</a:t>
            </a:r>
            <a:endParaRPr b="1">
              <a:solidFill>
                <a:srgbClr val="E28F53"/>
              </a:solidFill>
              <a:latin typeface="Lora"/>
              <a:ea typeface="Lora"/>
              <a:cs typeface="Lora"/>
              <a:sym typeface="Lora"/>
            </a:endParaRPr>
          </a:p>
        </p:txBody>
      </p:sp>
      <p:sp>
        <p:nvSpPr>
          <p:cNvPr id="697" name="Google Shape;697;p35"/>
          <p:cNvSpPr/>
          <p:nvPr/>
        </p:nvSpPr>
        <p:spPr>
          <a:xfrm>
            <a:off x="3593300" y="3420950"/>
            <a:ext cx="4715400" cy="715800"/>
          </a:xfrm>
          <a:prstGeom prst="roundRect">
            <a:avLst>
              <a:gd name="adj" fmla="val 16667"/>
            </a:avLst>
          </a:prstGeom>
          <a:solidFill>
            <a:schemeClr val="lt1"/>
          </a:solidFill>
          <a:ln w="38100"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E28F53"/>
                </a:solidFill>
                <a:latin typeface="Lora"/>
                <a:ea typeface="Lora"/>
                <a:cs typeface="Lora"/>
                <a:sym typeface="Lora"/>
              </a:rPr>
              <a:t>Be in Revelle or ERC?</a:t>
            </a:r>
            <a:endParaRPr b="1">
              <a:solidFill>
                <a:srgbClr val="E28F53"/>
              </a:solidFill>
              <a:latin typeface="Lora"/>
              <a:ea typeface="Lora"/>
              <a:cs typeface="Lora"/>
              <a:sym typeface="Lor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36"/>
          <p:cNvSpPr txBox="1">
            <a:spLocks noGrp="1"/>
          </p:cNvSpPr>
          <p:nvPr>
            <p:ph type="title"/>
          </p:nvPr>
        </p:nvSpPr>
        <p:spPr>
          <a:xfrm>
            <a:off x="1068463" y="2790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0"/>
              <a:t>What is UBIC’s </a:t>
            </a:r>
            <a:r>
              <a:rPr lang="en"/>
              <a:t>Intro to Bioinformatics Workshop</a:t>
            </a:r>
            <a:r>
              <a:rPr lang="en" b="0"/>
              <a:t>?</a:t>
            </a:r>
            <a:endParaRPr b="0"/>
          </a:p>
        </p:txBody>
      </p:sp>
      <p:sp>
        <p:nvSpPr>
          <p:cNvPr id="703" name="Google Shape;703;p36"/>
          <p:cNvSpPr txBox="1">
            <a:spLocks noGrp="1"/>
          </p:cNvSpPr>
          <p:nvPr>
            <p:ph type="body" idx="1"/>
          </p:nvPr>
        </p:nvSpPr>
        <p:spPr>
          <a:xfrm>
            <a:off x="557850" y="979625"/>
            <a:ext cx="8028300" cy="3015600"/>
          </a:xfrm>
          <a:prstGeom prst="rect">
            <a:avLst/>
          </a:prstGeom>
        </p:spPr>
        <p:txBody>
          <a:bodyPr spcFirstLastPara="1" wrap="square" lIns="91425" tIns="91425" rIns="91425" bIns="91425" anchor="ctr" anchorCtr="0">
            <a:noAutofit/>
          </a:bodyPr>
          <a:lstStyle/>
          <a:p>
            <a:pPr marL="457200" lvl="0" indent="-336550" algn="l" rtl="0">
              <a:lnSpc>
                <a:spcPct val="115000"/>
              </a:lnSpc>
              <a:spcBef>
                <a:spcPts val="0"/>
              </a:spcBef>
              <a:spcAft>
                <a:spcPts val="0"/>
              </a:spcAft>
              <a:buSzPts val="1700"/>
              <a:buChar char="●"/>
            </a:pPr>
            <a:r>
              <a:rPr lang="en" sz="1700"/>
              <a:t>Biweekly workshops for you to learn more about bioinformatics</a:t>
            </a:r>
            <a:endParaRPr sz="1700"/>
          </a:p>
          <a:p>
            <a:pPr marL="914400" lvl="1" indent="-336550" algn="l" rtl="0">
              <a:lnSpc>
                <a:spcPct val="115000"/>
              </a:lnSpc>
              <a:spcBef>
                <a:spcPts val="0"/>
              </a:spcBef>
              <a:spcAft>
                <a:spcPts val="0"/>
              </a:spcAft>
              <a:buSzPts val="1700"/>
              <a:buChar char="○"/>
            </a:pPr>
            <a:r>
              <a:rPr lang="en" sz="1700"/>
              <a:t>Designed for individuals with no previous experience</a:t>
            </a:r>
            <a:endParaRPr sz="1700"/>
          </a:p>
          <a:p>
            <a:pPr marL="914400" lvl="1" indent="-336550" algn="l" rtl="0">
              <a:lnSpc>
                <a:spcPct val="115000"/>
              </a:lnSpc>
              <a:spcBef>
                <a:spcPts val="0"/>
              </a:spcBef>
              <a:spcAft>
                <a:spcPts val="0"/>
              </a:spcAft>
              <a:buSzPts val="1700"/>
              <a:buChar char="○"/>
            </a:pPr>
            <a:r>
              <a:rPr lang="en" sz="1700"/>
              <a:t>Lessons will not directly build on each other</a:t>
            </a:r>
            <a:endParaRPr sz="1700"/>
          </a:p>
          <a:p>
            <a:pPr marL="457200" lvl="0" indent="-336550" algn="l" rtl="0">
              <a:lnSpc>
                <a:spcPct val="115000"/>
              </a:lnSpc>
              <a:spcBef>
                <a:spcPts val="0"/>
              </a:spcBef>
              <a:spcAft>
                <a:spcPts val="0"/>
              </a:spcAft>
              <a:buSzPts val="1700"/>
              <a:buChar char="●"/>
            </a:pPr>
            <a:r>
              <a:rPr lang="en" sz="1700"/>
              <a:t>Opportunity for you to meet other people interested in bioinformatics</a:t>
            </a:r>
            <a:endParaRPr sz="1700"/>
          </a:p>
          <a:p>
            <a:pPr marL="457200" lvl="0" indent="-336550" algn="l" rtl="0">
              <a:lnSpc>
                <a:spcPct val="115000"/>
              </a:lnSpc>
              <a:spcBef>
                <a:spcPts val="0"/>
              </a:spcBef>
              <a:spcAft>
                <a:spcPts val="0"/>
              </a:spcAft>
              <a:buSzPts val="1700"/>
              <a:buChar char="●"/>
            </a:pPr>
            <a:r>
              <a:rPr lang="en" sz="1700"/>
              <a:t>Prepare for real-world projects</a:t>
            </a:r>
            <a:endParaRPr sz="1700"/>
          </a:p>
          <a:p>
            <a:pPr marL="914400" lvl="1" indent="-336550" algn="l" rtl="0">
              <a:lnSpc>
                <a:spcPct val="115000"/>
              </a:lnSpc>
              <a:spcBef>
                <a:spcPts val="0"/>
              </a:spcBef>
              <a:spcAft>
                <a:spcPts val="0"/>
              </a:spcAft>
              <a:buSzPts val="1700"/>
              <a:buChar char="○"/>
            </a:pPr>
            <a:r>
              <a:rPr lang="en" sz="1700"/>
              <a:t>Fall Quarter will introduce you to different sides of bioinformatics</a:t>
            </a:r>
            <a:endParaRPr sz="1700"/>
          </a:p>
          <a:p>
            <a:pPr marL="914400" lvl="1" indent="-336550" algn="l" rtl="0">
              <a:lnSpc>
                <a:spcPct val="115000"/>
              </a:lnSpc>
              <a:spcBef>
                <a:spcPts val="0"/>
              </a:spcBef>
              <a:spcAft>
                <a:spcPts val="0"/>
              </a:spcAft>
              <a:buSzPts val="1700"/>
              <a:buChar char="○"/>
            </a:pPr>
            <a:r>
              <a:rPr lang="en" sz="1700"/>
              <a:t>Future quarters may feature an ongoing project for your resume</a:t>
            </a:r>
            <a:endParaRPr sz="1700"/>
          </a:p>
          <a:p>
            <a:pPr marL="457200" lvl="0" indent="-336550" algn="l" rtl="0">
              <a:lnSpc>
                <a:spcPct val="115000"/>
              </a:lnSpc>
              <a:spcBef>
                <a:spcPts val="0"/>
              </a:spcBef>
              <a:spcAft>
                <a:spcPts val="0"/>
              </a:spcAft>
              <a:buSzPts val="1700"/>
              <a:buChar char="●"/>
            </a:pPr>
            <a:r>
              <a:rPr lang="en" sz="1700"/>
              <a:t>Have fun and ask questions!</a:t>
            </a:r>
            <a:endParaRPr sz="17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0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0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0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37"/>
          <p:cNvSpPr txBox="1">
            <a:spLocks noGrp="1"/>
          </p:cNvSpPr>
          <p:nvPr>
            <p:ph type="title"/>
          </p:nvPr>
        </p:nvSpPr>
        <p:spPr>
          <a:xfrm>
            <a:off x="1047750" y="176925"/>
            <a:ext cx="6996600" cy="71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Fall Workshop Schedule</a:t>
            </a:r>
            <a:endParaRPr/>
          </a:p>
        </p:txBody>
      </p:sp>
      <p:sp>
        <p:nvSpPr>
          <p:cNvPr id="709" name="Google Shape;709;p37"/>
          <p:cNvSpPr/>
          <p:nvPr/>
        </p:nvSpPr>
        <p:spPr>
          <a:xfrm>
            <a:off x="554325" y="1453925"/>
            <a:ext cx="1824900" cy="2865000"/>
          </a:xfrm>
          <a:prstGeom prst="rect">
            <a:avLst/>
          </a:prstGeom>
          <a:solidFill>
            <a:srgbClr val="E28F5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ora"/>
              <a:ea typeface="Lora"/>
              <a:cs typeface="Lora"/>
              <a:sym typeface="Lora"/>
            </a:endParaRPr>
          </a:p>
        </p:txBody>
      </p:sp>
      <p:sp>
        <p:nvSpPr>
          <p:cNvPr id="710" name="Google Shape;710;p37"/>
          <p:cNvSpPr/>
          <p:nvPr/>
        </p:nvSpPr>
        <p:spPr>
          <a:xfrm>
            <a:off x="2607175" y="1453925"/>
            <a:ext cx="1824900" cy="2865000"/>
          </a:xfrm>
          <a:prstGeom prst="rect">
            <a:avLst/>
          </a:prstGeom>
          <a:solidFill>
            <a:srgbClr val="418B9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ora"/>
              <a:ea typeface="Lora"/>
              <a:cs typeface="Lora"/>
              <a:sym typeface="Lora"/>
            </a:endParaRPr>
          </a:p>
        </p:txBody>
      </p:sp>
      <p:sp>
        <p:nvSpPr>
          <p:cNvPr id="711" name="Google Shape;711;p37"/>
          <p:cNvSpPr/>
          <p:nvPr/>
        </p:nvSpPr>
        <p:spPr>
          <a:xfrm>
            <a:off x="4660025" y="1453925"/>
            <a:ext cx="1824900" cy="2865000"/>
          </a:xfrm>
          <a:prstGeom prst="rect">
            <a:avLst/>
          </a:prstGeom>
          <a:solidFill>
            <a:srgbClr val="E28F5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ora"/>
              <a:ea typeface="Lora"/>
              <a:cs typeface="Lora"/>
              <a:sym typeface="Lora"/>
            </a:endParaRPr>
          </a:p>
        </p:txBody>
      </p:sp>
      <p:sp>
        <p:nvSpPr>
          <p:cNvPr id="712" name="Google Shape;712;p37"/>
          <p:cNvSpPr/>
          <p:nvPr/>
        </p:nvSpPr>
        <p:spPr>
          <a:xfrm>
            <a:off x="6712875" y="1453925"/>
            <a:ext cx="1824900" cy="2865000"/>
          </a:xfrm>
          <a:prstGeom prst="rect">
            <a:avLst/>
          </a:prstGeom>
          <a:solidFill>
            <a:srgbClr val="418B9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ora"/>
              <a:ea typeface="Lora"/>
              <a:cs typeface="Lora"/>
              <a:sym typeface="Lora"/>
            </a:endParaRPr>
          </a:p>
        </p:txBody>
      </p:sp>
      <p:sp>
        <p:nvSpPr>
          <p:cNvPr id="713" name="Google Shape;713;p37"/>
          <p:cNvSpPr/>
          <p:nvPr/>
        </p:nvSpPr>
        <p:spPr>
          <a:xfrm>
            <a:off x="684975" y="2459975"/>
            <a:ext cx="1563600" cy="13803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Lora"/>
                <a:ea typeface="Lora"/>
                <a:cs typeface="Lora"/>
                <a:sym typeface="Lora"/>
              </a:rPr>
              <a:t>Omics and RNA-seq</a:t>
            </a:r>
            <a:endParaRPr b="1">
              <a:latin typeface="Lora"/>
              <a:ea typeface="Lora"/>
              <a:cs typeface="Lora"/>
              <a:sym typeface="Lora"/>
            </a:endParaRPr>
          </a:p>
        </p:txBody>
      </p:sp>
      <p:sp>
        <p:nvSpPr>
          <p:cNvPr id="714" name="Google Shape;714;p37"/>
          <p:cNvSpPr/>
          <p:nvPr/>
        </p:nvSpPr>
        <p:spPr>
          <a:xfrm>
            <a:off x="2737825" y="2460125"/>
            <a:ext cx="1563600" cy="13803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Lora"/>
                <a:ea typeface="Lora"/>
                <a:cs typeface="Lora"/>
                <a:sym typeface="Lora"/>
              </a:rPr>
              <a:t>Population Genetics</a:t>
            </a:r>
            <a:endParaRPr b="1">
              <a:latin typeface="Lora"/>
              <a:ea typeface="Lora"/>
              <a:cs typeface="Lora"/>
              <a:sym typeface="Lora"/>
            </a:endParaRPr>
          </a:p>
        </p:txBody>
      </p:sp>
      <p:sp>
        <p:nvSpPr>
          <p:cNvPr id="715" name="Google Shape;715;p37"/>
          <p:cNvSpPr/>
          <p:nvPr/>
        </p:nvSpPr>
        <p:spPr>
          <a:xfrm>
            <a:off x="4790675" y="2460125"/>
            <a:ext cx="1563600" cy="13803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Lora"/>
                <a:ea typeface="Lora"/>
                <a:cs typeface="Lora"/>
                <a:sym typeface="Lora"/>
              </a:rPr>
              <a:t>Fundamental Sequence Algorithms</a:t>
            </a:r>
            <a:endParaRPr b="1">
              <a:latin typeface="Lora"/>
              <a:ea typeface="Lora"/>
              <a:cs typeface="Lora"/>
              <a:sym typeface="Lora"/>
            </a:endParaRPr>
          </a:p>
        </p:txBody>
      </p:sp>
      <p:sp>
        <p:nvSpPr>
          <p:cNvPr id="716" name="Google Shape;716;p37"/>
          <p:cNvSpPr/>
          <p:nvPr/>
        </p:nvSpPr>
        <p:spPr>
          <a:xfrm>
            <a:off x="6843525" y="2460125"/>
            <a:ext cx="1563600" cy="13803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Lora"/>
                <a:ea typeface="Lora"/>
                <a:cs typeface="Lora"/>
                <a:sym typeface="Lora"/>
              </a:rPr>
              <a:t>Office Hours / Homework</a:t>
            </a:r>
            <a:endParaRPr b="1">
              <a:latin typeface="Lora"/>
              <a:ea typeface="Lora"/>
              <a:cs typeface="Lora"/>
              <a:sym typeface="Lora"/>
            </a:endParaRPr>
          </a:p>
        </p:txBody>
      </p:sp>
      <p:sp>
        <p:nvSpPr>
          <p:cNvPr id="717" name="Google Shape;717;p37"/>
          <p:cNvSpPr txBox="1"/>
          <p:nvPr/>
        </p:nvSpPr>
        <p:spPr>
          <a:xfrm>
            <a:off x="661850" y="1703025"/>
            <a:ext cx="1563600" cy="476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chemeClr val="lt1"/>
                </a:solidFill>
                <a:latin typeface="Lora"/>
                <a:ea typeface="Lora"/>
                <a:cs typeface="Lora"/>
                <a:sym typeface="Lora"/>
              </a:rPr>
              <a:t>WEEK 4 (10/22)</a:t>
            </a:r>
            <a:endParaRPr sz="1500" b="1">
              <a:solidFill>
                <a:schemeClr val="lt1"/>
              </a:solidFill>
              <a:latin typeface="Lora"/>
              <a:ea typeface="Lora"/>
              <a:cs typeface="Lora"/>
              <a:sym typeface="Lora"/>
            </a:endParaRPr>
          </a:p>
        </p:txBody>
      </p:sp>
      <p:sp>
        <p:nvSpPr>
          <p:cNvPr id="718" name="Google Shape;718;p37"/>
          <p:cNvSpPr txBox="1"/>
          <p:nvPr/>
        </p:nvSpPr>
        <p:spPr>
          <a:xfrm>
            <a:off x="2737825" y="1684675"/>
            <a:ext cx="1563600" cy="476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chemeClr val="lt1"/>
                </a:solidFill>
                <a:latin typeface="Lora"/>
                <a:ea typeface="Lora"/>
                <a:cs typeface="Lora"/>
                <a:sym typeface="Lora"/>
              </a:rPr>
              <a:t>WEEK 6 </a:t>
            </a:r>
            <a:endParaRPr sz="1500" b="1">
              <a:solidFill>
                <a:schemeClr val="lt1"/>
              </a:solidFill>
              <a:latin typeface="Lora"/>
              <a:ea typeface="Lora"/>
              <a:cs typeface="Lora"/>
              <a:sym typeface="Lora"/>
            </a:endParaRPr>
          </a:p>
          <a:p>
            <a:pPr marL="0" lvl="0" indent="0" algn="ctr" rtl="0">
              <a:spcBef>
                <a:spcPts val="0"/>
              </a:spcBef>
              <a:spcAft>
                <a:spcPts val="0"/>
              </a:spcAft>
              <a:buNone/>
            </a:pPr>
            <a:r>
              <a:rPr lang="en" sz="1500" b="1">
                <a:solidFill>
                  <a:schemeClr val="lt1"/>
                </a:solidFill>
                <a:latin typeface="Lora"/>
                <a:ea typeface="Lora"/>
                <a:cs typeface="Lora"/>
                <a:sym typeface="Lora"/>
              </a:rPr>
              <a:t>(11/5)</a:t>
            </a:r>
            <a:endParaRPr sz="1500" b="1">
              <a:solidFill>
                <a:schemeClr val="lt1"/>
              </a:solidFill>
              <a:latin typeface="Lora"/>
              <a:ea typeface="Lora"/>
              <a:cs typeface="Lora"/>
              <a:sym typeface="Lora"/>
            </a:endParaRPr>
          </a:p>
        </p:txBody>
      </p:sp>
      <p:sp>
        <p:nvSpPr>
          <p:cNvPr id="719" name="Google Shape;719;p37"/>
          <p:cNvSpPr txBox="1"/>
          <p:nvPr/>
        </p:nvSpPr>
        <p:spPr>
          <a:xfrm>
            <a:off x="4790675" y="1704925"/>
            <a:ext cx="1563600" cy="476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chemeClr val="lt1"/>
                </a:solidFill>
                <a:latin typeface="Lora"/>
                <a:ea typeface="Lora"/>
                <a:cs typeface="Lora"/>
                <a:sym typeface="Lora"/>
              </a:rPr>
              <a:t>WEEK 8 </a:t>
            </a:r>
            <a:endParaRPr sz="1500" b="1">
              <a:solidFill>
                <a:schemeClr val="lt1"/>
              </a:solidFill>
              <a:latin typeface="Lora"/>
              <a:ea typeface="Lora"/>
              <a:cs typeface="Lora"/>
              <a:sym typeface="Lora"/>
            </a:endParaRPr>
          </a:p>
          <a:p>
            <a:pPr marL="0" lvl="0" indent="0" algn="ctr" rtl="0">
              <a:spcBef>
                <a:spcPts val="0"/>
              </a:spcBef>
              <a:spcAft>
                <a:spcPts val="0"/>
              </a:spcAft>
              <a:buNone/>
            </a:pPr>
            <a:r>
              <a:rPr lang="en" sz="1500" b="1">
                <a:solidFill>
                  <a:schemeClr val="lt1"/>
                </a:solidFill>
                <a:latin typeface="Lora"/>
                <a:ea typeface="Lora"/>
                <a:cs typeface="Lora"/>
                <a:sym typeface="Lora"/>
              </a:rPr>
              <a:t>(11/19)</a:t>
            </a:r>
            <a:endParaRPr sz="1500" b="1">
              <a:solidFill>
                <a:schemeClr val="lt1"/>
              </a:solidFill>
              <a:latin typeface="Lora"/>
              <a:ea typeface="Lora"/>
              <a:cs typeface="Lora"/>
              <a:sym typeface="Lora"/>
            </a:endParaRPr>
          </a:p>
        </p:txBody>
      </p:sp>
      <p:sp>
        <p:nvSpPr>
          <p:cNvPr id="720" name="Google Shape;720;p37"/>
          <p:cNvSpPr txBox="1"/>
          <p:nvPr/>
        </p:nvSpPr>
        <p:spPr>
          <a:xfrm>
            <a:off x="6896050" y="1704925"/>
            <a:ext cx="1563600" cy="476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chemeClr val="lt1"/>
                </a:solidFill>
                <a:latin typeface="Lora"/>
                <a:ea typeface="Lora"/>
                <a:cs typeface="Lora"/>
                <a:sym typeface="Lora"/>
              </a:rPr>
              <a:t>WEEK 10 (12/3)</a:t>
            </a:r>
            <a:endParaRPr sz="1500" b="1">
              <a:solidFill>
                <a:schemeClr val="lt1"/>
              </a:solidFill>
              <a:latin typeface="Lora"/>
              <a:ea typeface="Lora"/>
              <a:cs typeface="Lora"/>
              <a:sym typeface="Lora"/>
            </a:endParaRPr>
          </a:p>
        </p:txBody>
      </p:sp>
      <p:sp>
        <p:nvSpPr>
          <p:cNvPr id="721" name="Google Shape;721;p37"/>
          <p:cNvSpPr/>
          <p:nvPr/>
        </p:nvSpPr>
        <p:spPr>
          <a:xfrm>
            <a:off x="2943450" y="816525"/>
            <a:ext cx="3205200" cy="476400"/>
          </a:xfrm>
          <a:prstGeom prst="roundRect">
            <a:avLst>
              <a:gd name="adj" fmla="val 16667"/>
            </a:avLst>
          </a:prstGeom>
          <a:solidFill>
            <a:srgbClr val="418B9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Lora"/>
                <a:ea typeface="Lora"/>
                <a:cs typeface="Lora"/>
                <a:sym typeface="Lora"/>
              </a:rPr>
              <a:t>Alternating Tuesdays </a:t>
            </a:r>
            <a:endParaRPr b="1">
              <a:solidFill>
                <a:schemeClr val="lt1"/>
              </a:solidFill>
              <a:latin typeface="Lora"/>
              <a:ea typeface="Lora"/>
              <a:cs typeface="Lora"/>
              <a:sym typeface="Lora"/>
            </a:endParaRPr>
          </a:p>
          <a:p>
            <a:pPr marL="0" lvl="0" indent="0" algn="ctr" rtl="0">
              <a:spcBef>
                <a:spcPts val="0"/>
              </a:spcBef>
              <a:spcAft>
                <a:spcPts val="0"/>
              </a:spcAft>
              <a:buNone/>
            </a:pPr>
            <a:r>
              <a:rPr lang="en" b="1">
                <a:solidFill>
                  <a:schemeClr val="lt1"/>
                </a:solidFill>
                <a:latin typeface="Lora"/>
                <a:ea typeface="Lora"/>
                <a:cs typeface="Lora"/>
                <a:sym typeface="Lora"/>
              </a:rPr>
              <a:t>@ 5:00-6:30 in Zweifach Library!</a:t>
            </a:r>
            <a:endParaRPr b="1">
              <a:solidFill>
                <a:schemeClr val="lt1"/>
              </a:solidFill>
              <a:latin typeface="Lora"/>
              <a:ea typeface="Lora"/>
              <a:cs typeface="Lora"/>
              <a:sym typeface="Lor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38"/>
          <p:cNvSpPr txBox="1">
            <a:spLocks noGrp="1"/>
          </p:cNvSpPr>
          <p:nvPr>
            <p:ph type="title"/>
          </p:nvPr>
        </p:nvSpPr>
        <p:spPr>
          <a:xfrm>
            <a:off x="1609656" y="1974775"/>
            <a:ext cx="5924700" cy="125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b="0"/>
              <a:t>Navigate to Google Colab on your Personal Devices…</a:t>
            </a:r>
            <a:r>
              <a:rPr lang="en" sz="2700"/>
              <a:t> </a:t>
            </a:r>
            <a:endParaRPr sz="2700"/>
          </a:p>
          <a:p>
            <a:pPr marL="0" lvl="0" indent="0" algn="l" rtl="0">
              <a:spcBef>
                <a:spcPts val="0"/>
              </a:spcBef>
              <a:spcAft>
                <a:spcPts val="0"/>
              </a:spcAft>
              <a:buNone/>
            </a:pPr>
            <a:r>
              <a:rPr lang="en"/>
              <a:t>it’s time for some Python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39"/>
          <p:cNvSpPr txBox="1">
            <a:spLocks noGrp="1"/>
          </p:cNvSpPr>
          <p:nvPr>
            <p:ph type="title"/>
          </p:nvPr>
        </p:nvSpPr>
        <p:spPr>
          <a:xfrm>
            <a:off x="1068463" y="2790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Python Introduction</a:t>
            </a:r>
            <a:endParaRPr/>
          </a:p>
        </p:txBody>
      </p:sp>
      <p:sp>
        <p:nvSpPr>
          <p:cNvPr id="732" name="Google Shape;732;p39"/>
          <p:cNvSpPr txBox="1">
            <a:spLocks noGrp="1"/>
          </p:cNvSpPr>
          <p:nvPr>
            <p:ph type="body" idx="1"/>
          </p:nvPr>
        </p:nvSpPr>
        <p:spPr>
          <a:xfrm>
            <a:off x="908563" y="1119350"/>
            <a:ext cx="7316400" cy="2382600"/>
          </a:xfrm>
          <a:prstGeom prst="rect">
            <a:avLst/>
          </a:prstGeom>
        </p:spPr>
        <p:txBody>
          <a:bodyPr spcFirstLastPara="1" wrap="square" lIns="91425" tIns="91425" rIns="91425" bIns="91425" anchor="ctr" anchorCtr="0">
            <a:normAutofit/>
          </a:bodyPr>
          <a:lstStyle/>
          <a:p>
            <a:pPr marL="457200" lvl="0" indent="-323850" algn="l" rtl="0">
              <a:spcBef>
                <a:spcPts val="0"/>
              </a:spcBef>
              <a:spcAft>
                <a:spcPts val="0"/>
              </a:spcAft>
              <a:buSzPts val="1500"/>
              <a:buChar char="-"/>
            </a:pPr>
            <a:r>
              <a:rPr lang="en" u="sng">
                <a:solidFill>
                  <a:schemeClr val="hlink"/>
                </a:solidFill>
                <a:hlinkClick r:id="rId3"/>
              </a:rPr>
              <a:t>Lesson Link</a:t>
            </a:r>
            <a:endParaRPr/>
          </a:p>
          <a:p>
            <a:pPr marL="914400" lvl="1" indent="-323850" algn="l" rtl="0">
              <a:spcBef>
                <a:spcPts val="0"/>
              </a:spcBef>
              <a:spcAft>
                <a:spcPts val="0"/>
              </a:spcAft>
              <a:buSzPts val="1500"/>
              <a:buChar char="-"/>
            </a:pPr>
            <a:r>
              <a:rPr lang="en"/>
              <a:t>Variables</a:t>
            </a:r>
            <a:endParaRPr/>
          </a:p>
          <a:p>
            <a:pPr marL="914400" lvl="1" indent="-323850" algn="l" rtl="0">
              <a:spcBef>
                <a:spcPts val="0"/>
              </a:spcBef>
              <a:spcAft>
                <a:spcPts val="0"/>
              </a:spcAft>
              <a:buSzPts val="1500"/>
              <a:buChar char="-"/>
            </a:pPr>
            <a:r>
              <a:rPr lang="en"/>
              <a:t>Print/ fstrings</a:t>
            </a:r>
            <a:endParaRPr/>
          </a:p>
          <a:p>
            <a:pPr marL="914400" lvl="1" indent="-323850" algn="l" rtl="0">
              <a:spcBef>
                <a:spcPts val="0"/>
              </a:spcBef>
              <a:spcAft>
                <a:spcPts val="0"/>
              </a:spcAft>
              <a:buSzPts val="1500"/>
              <a:buChar char="-"/>
            </a:pPr>
            <a:r>
              <a:rPr lang="en"/>
              <a:t>Types</a:t>
            </a:r>
            <a:endParaRPr/>
          </a:p>
          <a:p>
            <a:pPr marL="914400" lvl="1" indent="-323850" algn="l" rtl="0">
              <a:spcBef>
                <a:spcPts val="0"/>
              </a:spcBef>
              <a:spcAft>
                <a:spcPts val="0"/>
              </a:spcAft>
              <a:buSzPts val="1500"/>
              <a:buChar char="-"/>
            </a:pPr>
            <a:r>
              <a:rPr lang="en"/>
              <a:t>Arithmetic</a:t>
            </a:r>
            <a:endParaRPr/>
          </a:p>
        </p:txBody>
      </p:sp>
    </p:spTree>
  </p:cSld>
  <p:clrMapOvr>
    <a:masterClrMapping/>
  </p:clrMapOvr>
</p:sld>
</file>

<file path=ppt/theme/theme1.xml><?xml version="1.0" encoding="utf-8"?>
<a:theme xmlns:a="http://schemas.openxmlformats.org/drawingml/2006/main" name="Quince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1743</Words>
  <Application>Microsoft Macintosh PowerPoint</Application>
  <PresentationFormat>On-screen Show (16:9)</PresentationFormat>
  <Paragraphs>185</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Lora</vt:lpstr>
      <vt:lpstr>Roboto</vt:lpstr>
      <vt:lpstr>Source Sans Pro</vt:lpstr>
      <vt:lpstr>Arial</vt:lpstr>
      <vt:lpstr>Quince template</vt:lpstr>
      <vt:lpstr>Intro to Bioinformatics Workshop #1</vt:lpstr>
      <vt:lpstr>Meet the Workshop Committee</vt:lpstr>
      <vt:lpstr>Willard</vt:lpstr>
      <vt:lpstr>PowerPoint Presentation</vt:lpstr>
      <vt:lpstr>Icebreaker If you were on a deserted island, what 3 things would you take with you? Debate with a friend! </vt:lpstr>
      <vt:lpstr>What is Bioinformatics?</vt:lpstr>
      <vt:lpstr>Population Genomics</vt:lpstr>
      <vt:lpstr>Global Ancestry through admixture</vt:lpstr>
      <vt:lpstr>Global Ancestry through Principal Component Analysis (PCA)</vt:lpstr>
      <vt:lpstr>Local Ancestry through chromosome painting</vt:lpstr>
      <vt:lpstr>Population Genomics is useful in practice too</vt:lpstr>
      <vt:lpstr>Phylogenetics</vt:lpstr>
      <vt:lpstr>The phylogenetic tree of avians</vt:lpstr>
      <vt:lpstr>Modern sequencing scale revolutionized phylogenetics</vt:lpstr>
      <vt:lpstr>Phylogenetics plays a key role in public health</vt:lpstr>
      <vt:lpstr>Omics Analysis</vt:lpstr>
      <vt:lpstr>Bioinformatics begins with genome construction</vt:lpstr>
      <vt:lpstr>Icebreaker </vt:lpstr>
      <vt:lpstr>What is UBIC’s Intro to Bioinformatics Workshop?</vt:lpstr>
      <vt:lpstr>Fall Workshop Schedule</vt:lpstr>
      <vt:lpstr>Navigate to Google Colab on your Personal Devices…  it’s time for some Python</vt:lpstr>
      <vt:lpstr>Python Introduction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Ford, Willard W</cp:lastModifiedBy>
  <cp:revision>2</cp:revision>
  <dcterms:modified xsi:type="dcterms:W3CDTF">2026-02-19T03:42:21Z</dcterms:modified>
</cp:coreProperties>
</file>