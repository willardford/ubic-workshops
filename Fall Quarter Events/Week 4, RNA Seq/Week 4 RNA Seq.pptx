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Lora" pitchFamily="2" charset="77"/>
      <p:regular r:id="rId18"/>
      <p:bold r:id="rId19"/>
      <p:italic r:id="rId20"/>
      <p:boldItalic r:id="rId21"/>
    </p:embeddedFont>
    <p:embeddedFont>
      <p:font typeface="Source Sans Pro" panose="020B0503030403020204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57" d="100"/>
          <a:sy n="157" d="100"/>
        </p:scale>
        <p:origin x="176" y="2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0cd58f01f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0cd58f01f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03f54edfbd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03f54edfbd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Extract DNA / RNA &amp; fragment 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 adaptors to the end of fragments, allowing them to bind to the sequencing platform later 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Fragment amplification via PCR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SBS - detect &amp; record fluorescence emitted as each nucleotide is added to the DNA template strand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Assemble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0d674a778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0d674a778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0d674a7780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0d674a7780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0dad473409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0dad473409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0dad47340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0dad47340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0dad473409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0dad473409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0dad473409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0dad473409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0dad473409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30dad473409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0dad473409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30dad473409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0dad473409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0dad473409_1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0dad473409_1_5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30dad473409_1_5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2856437ec70_0_1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2856437ec70_0_1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06e5dec40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306e5dec40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2898fbd561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2898fbd561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26725" y="3532375"/>
            <a:ext cx="9210650" cy="1302680"/>
          </a:xfrm>
          <a:custGeom>
            <a:avLst/>
            <a:gdLst/>
            <a:ahLst/>
            <a:cxnLst/>
            <a:rect l="l" t="t" r="r" b="b"/>
            <a:pathLst>
              <a:path w="368426" h="126905" extrusionOk="0">
                <a:moveTo>
                  <a:pt x="309" y="263"/>
                </a:moveTo>
                <a:lnTo>
                  <a:pt x="16502" y="11294"/>
                </a:lnTo>
                <a:lnTo>
                  <a:pt x="31551" y="5122"/>
                </a:lnTo>
                <a:lnTo>
                  <a:pt x="62412" y="4991"/>
                </a:lnTo>
                <a:lnTo>
                  <a:pt x="77652" y="0"/>
                </a:lnTo>
                <a:lnTo>
                  <a:pt x="92892" y="13527"/>
                </a:lnTo>
                <a:lnTo>
                  <a:pt x="107942" y="21276"/>
                </a:lnTo>
                <a:lnTo>
                  <a:pt x="122991" y="21145"/>
                </a:lnTo>
                <a:lnTo>
                  <a:pt x="138993" y="10375"/>
                </a:lnTo>
                <a:lnTo>
                  <a:pt x="154043" y="7880"/>
                </a:lnTo>
                <a:lnTo>
                  <a:pt x="168711" y="2349"/>
                </a:lnTo>
                <a:lnTo>
                  <a:pt x="184332" y="14841"/>
                </a:lnTo>
                <a:lnTo>
                  <a:pt x="199572" y="15274"/>
                </a:lnTo>
                <a:lnTo>
                  <a:pt x="214622" y="25085"/>
                </a:lnTo>
                <a:lnTo>
                  <a:pt x="230052" y="25085"/>
                </a:lnTo>
                <a:lnTo>
                  <a:pt x="246054" y="20094"/>
                </a:lnTo>
                <a:lnTo>
                  <a:pt x="261104" y="20094"/>
                </a:lnTo>
                <a:lnTo>
                  <a:pt x="275391" y="11426"/>
                </a:lnTo>
                <a:lnTo>
                  <a:pt x="291584" y="16810"/>
                </a:lnTo>
                <a:lnTo>
                  <a:pt x="305871" y="8143"/>
                </a:lnTo>
                <a:lnTo>
                  <a:pt x="336732" y="8012"/>
                </a:lnTo>
                <a:lnTo>
                  <a:pt x="351782" y="11294"/>
                </a:lnTo>
                <a:lnTo>
                  <a:pt x="367593" y="2758"/>
                </a:lnTo>
                <a:lnTo>
                  <a:pt x="368426" y="126905"/>
                </a:lnTo>
                <a:lnTo>
                  <a:pt x="0" y="12636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10" name="Google Shape;10;p2"/>
          <p:cNvSpPr/>
          <p:nvPr/>
        </p:nvSpPr>
        <p:spPr>
          <a:xfrm>
            <a:off x="-26725" y="3663700"/>
            <a:ext cx="9210650" cy="1529774"/>
          </a:xfrm>
          <a:custGeom>
            <a:avLst/>
            <a:gdLst/>
            <a:ahLst/>
            <a:cxnLst/>
            <a:rect l="l" t="t" r="r" b="b"/>
            <a:pathLst>
              <a:path w="368426" h="121652" extrusionOk="0">
                <a:moveTo>
                  <a:pt x="309" y="5516"/>
                </a:moveTo>
                <a:lnTo>
                  <a:pt x="16692" y="11214"/>
                </a:lnTo>
                <a:lnTo>
                  <a:pt x="47172" y="11214"/>
                </a:lnTo>
                <a:lnTo>
                  <a:pt x="62412" y="6843"/>
                </a:lnTo>
                <a:lnTo>
                  <a:pt x="77652" y="16156"/>
                </a:lnTo>
                <a:lnTo>
                  <a:pt x="92892" y="16156"/>
                </a:lnTo>
                <a:lnTo>
                  <a:pt x="107370" y="11214"/>
                </a:lnTo>
                <a:lnTo>
                  <a:pt x="122610" y="8173"/>
                </a:lnTo>
                <a:lnTo>
                  <a:pt x="138612" y="8173"/>
                </a:lnTo>
                <a:lnTo>
                  <a:pt x="153852" y="10834"/>
                </a:lnTo>
                <a:lnTo>
                  <a:pt x="168711" y="7603"/>
                </a:lnTo>
                <a:lnTo>
                  <a:pt x="183951" y="12734"/>
                </a:lnTo>
                <a:lnTo>
                  <a:pt x="199572" y="20527"/>
                </a:lnTo>
                <a:lnTo>
                  <a:pt x="214050" y="15205"/>
                </a:lnTo>
                <a:lnTo>
                  <a:pt x="229671" y="15205"/>
                </a:lnTo>
                <a:lnTo>
                  <a:pt x="245292" y="5892"/>
                </a:lnTo>
                <a:lnTo>
                  <a:pt x="260532" y="11214"/>
                </a:lnTo>
                <a:lnTo>
                  <a:pt x="275772" y="11214"/>
                </a:lnTo>
                <a:lnTo>
                  <a:pt x="291012" y="6843"/>
                </a:lnTo>
                <a:lnTo>
                  <a:pt x="321492" y="6843"/>
                </a:lnTo>
                <a:lnTo>
                  <a:pt x="336732" y="15966"/>
                </a:lnTo>
                <a:lnTo>
                  <a:pt x="351210" y="12734"/>
                </a:lnTo>
                <a:lnTo>
                  <a:pt x="367593" y="0"/>
                </a:lnTo>
                <a:lnTo>
                  <a:pt x="368426" y="121652"/>
                </a:lnTo>
                <a:lnTo>
                  <a:pt x="0" y="121652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11" name="Google Shape;11;p2"/>
          <p:cNvSpPr/>
          <p:nvPr/>
        </p:nvSpPr>
        <p:spPr>
          <a:xfrm rot="8100000">
            <a:off x="1875856" y="3381094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E691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8100000">
            <a:off x="6047081" y="3578244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E691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-5312" y="3629038"/>
            <a:ext cx="9167825" cy="595300"/>
            <a:chOff x="-9525" y="4462475"/>
            <a:chExt cx="9167825" cy="595300"/>
          </a:xfrm>
        </p:grpSpPr>
        <p:sp>
          <p:nvSpPr>
            <p:cNvPr id="14" name="Google Shape;14;p2"/>
            <p:cNvSpPr/>
            <p:nvPr/>
          </p:nvSpPr>
          <p:spPr>
            <a:xfrm>
              <a:off x="-9525" y="4581525"/>
              <a:ext cx="4205300" cy="476250"/>
            </a:xfrm>
            <a:custGeom>
              <a:avLst/>
              <a:gdLst/>
              <a:ahLst/>
              <a:cxnLst/>
              <a:rect l="l" t="t" r="r" b="b"/>
              <a:pathLst>
                <a:path w="168212" h="19050" extrusionOk="0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" name="Google Shape;15;p2"/>
            <p:cNvSpPr/>
            <p:nvPr/>
          </p:nvSpPr>
          <p:spPr>
            <a:xfrm>
              <a:off x="4195775" y="4462475"/>
              <a:ext cx="3424225" cy="590550"/>
            </a:xfrm>
            <a:custGeom>
              <a:avLst/>
              <a:gdLst/>
              <a:ahLst/>
              <a:cxnLst/>
              <a:rect l="l" t="t" r="r" b="b"/>
              <a:pathLst>
                <a:path w="136969" h="23622" extrusionOk="0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7624775" y="4472000"/>
              <a:ext cx="1533525" cy="414325"/>
            </a:xfrm>
            <a:custGeom>
              <a:avLst/>
              <a:gdLst/>
              <a:ahLst/>
              <a:cxnLst/>
              <a:rect l="l" t="t" r="r" b="b"/>
              <a:pathLst>
                <a:path w="61341" h="16573" extrusionOk="0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7" name="Google Shape;17;p2"/>
          <p:cNvGrpSpPr/>
          <p:nvPr/>
        </p:nvGrpSpPr>
        <p:grpSpPr>
          <a:xfrm>
            <a:off x="-42787" y="3605288"/>
            <a:ext cx="9229575" cy="642788"/>
            <a:chOff x="-42837" y="4443488"/>
            <a:chExt cx="9229575" cy="642788"/>
          </a:xfrm>
        </p:grpSpPr>
        <p:sp>
          <p:nvSpPr>
            <p:cNvPr id="18" name="Google Shape;18;p2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" name="Google Shape;43;p2"/>
          <p:cNvSpPr/>
          <p:nvPr/>
        </p:nvSpPr>
        <p:spPr>
          <a:xfrm>
            <a:off x="2990700" y="374800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1085700" y="403375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4895700" y="3677832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2"/>
          <p:cNvSpPr/>
          <p:nvPr/>
        </p:nvSpPr>
        <p:spPr>
          <a:xfrm rot="8100000">
            <a:off x="8699949" y="349096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E691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 txBox="1">
            <a:spLocks noGrp="1"/>
          </p:cNvSpPr>
          <p:nvPr>
            <p:ph type="ctrTitle"/>
          </p:nvPr>
        </p:nvSpPr>
        <p:spPr>
          <a:xfrm>
            <a:off x="356000" y="4077875"/>
            <a:ext cx="86586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Lora"/>
              <a:buNone/>
              <a:defRPr sz="28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>
            <a:off x="-26775" y="2008375"/>
            <a:ext cx="9210650" cy="3172625"/>
          </a:xfrm>
          <a:custGeom>
            <a:avLst/>
            <a:gdLst/>
            <a:ahLst/>
            <a:cxnLst/>
            <a:rect l="l" t="t" r="r" b="b"/>
            <a:pathLst>
              <a:path w="368426" h="126905" extrusionOk="0">
                <a:moveTo>
                  <a:pt x="309" y="263"/>
                </a:moveTo>
                <a:lnTo>
                  <a:pt x="16502" y="11294"/>
                </a:lnTo>
                <a:lnTo>
                  <a:pt x="31551" y="5122"/>
                </a:lnTo>
                <a:lnTo>
                  <a:pt x="62412" y="4991"/>
                </a:lnTo>
                <a:lnTo>
                  <a:pt x="77652" y="0"/>
                </a:lnTo>
                <a:lnTo>
                  <a:pt x="92892" y="13527"/>
                </a:lnTo>
                <a:lnTo>
                  <a:pt x="107942" y="21276"/>
                </a:lnTo>
                <a:lnTo>
                  <a:pt x="122991" y="21145"/>
                </a:lnTo>
                <a:lnTo>
                  <a:pt x="138993" y="10375"/>
                </a:lnTo>
                <a:lnTo>
                  <a:pt x="154043" y="7880"/>
                </a:lnTo>
                <a:lnTo>
                  <a:pt x="168711" y="2349"/>
                </a:lnTo>
                <a:lnTo>
                  <a:pt x="184332" y="14841"/>
                </a:lnTo>
                <a:lnTo>
                  <a:pt x="199572" y="15274"/>
                </a:lnTo>
                <a:lnTo>
                  <a:pt x="214622" y="25085"/>
                </a:lnTo>
                <a:lnTo>
                  <a:pt x="230052" y="25085"/>
                </a:lnTo>
                <a:lnTo>
                  <a:pt x="246054" y="20094"/>
                </a:lnTo>
                <a:lnTo>
                  <a:pt x="261104" y="20094"/>
                </a:lnTo>
                <a:lnTo>
                  <a:pt x="275391" y="11426"/>
                </a:lnTo>
                <a:lnTo>
                  <a:pt x="291584" y="16810"/>
                </a:lnTo>
                <a:lnTo>
                  <a:pt x="305871" y="8143"/>
                </a:lnTo>
                <a:lnTo>
                  <a:pt x="336732" y="8012"/>
                </a:lnTo>
                <a:lnTo>
                  <a:pt x="351782" y="11294"/>
                </a:lnTo>
                <a:lnTo>
                  <a:pt x="367593" y="2758"/>
                </a:lnTo>
                <a:lnTo>
                  <a:pt x="368426" y="126905"/>
                </a:lnTo>
                <a:lnTo>
                  <a:pt x="0" y="12636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50" name="Google Shape;50;p3"/>
          <p:cNvSpPr/>
          <p:nvPr/>
        </p:nvSpPr>
        <p:spPr>
          <a:xfrm>
            <a:off x="-26775" y="2139700"/>
            <a:ext cx="9210650" cy="3041300"/>
          </a:xfrm>
          <a:custGeom>
            <a:avLst/>
            <a:gdLst/>
            <a:ahLst/>
            <a:cxnLst/>
            <a:rect l="l" t="t" r="r" b="b"/>
            <a:pathLst>
              <a:path w="368426" h="121652" extrusionOk="0">
                <a:moveTo>
                  <a:pt x="309" y="5516"/>
                </a:moveTo>
                <a:lnTo>
                  <a:pt x="16692" y="11214"/>
                </a:lnTo>
                <a:lnTo>
                  <a:pt x="47172" y="11214"/>
                </a:lnTo>
                <a:lnTo>
                  <a:pt x="62412" y="6843"/>
                </a:lnTo>
                <a:lnTo>
                  <a:pt x="77652" y="16156"/>
                </a:lnTo>
                <a:lnTo>
                  <a:pt x="92892" y="16156"/>
                </a:lnTo>
                <a:lnTo>
                  <a:pt x="107370" y="11214"/>
                </a:lnTo>
                <a:lnTo>
                  <a:pt x="122610" y="8173"/>
                </a:lnTo>
                <a:lnTo>
                  <a:pt x="138612" y="8173"/>
                </a:lnTo>
                <a:lnTo>
                  <a:pt x="153852" y="10834"/>
                </a:lnTo>
                <a:lnTo>
                  <a:pt x="168711" y="7603"/>
                </a:lnTo>
                <a:lnTo>
                  <a:pt x="183951" y="12734"/>
                </a:lnTo>
                <a:lnTo>
                  <a:pt x="199572" y="20527"/>
                </a:lnTo>
                <a:lnTo>
                  <a:pt x="214050" y="15205"/>
                </a:lnTo>
                <a:lnTo>
                  <a:pt x="229671" y="15205"/>
                </a:lnTo>
                <a:lnTo>
                  <a:pt x="245292" y="5892"/>
                </a:lnTo>
                <a:lnTo>
                  <a:pt x="260532" y="11214"/>
                </a:lnTo>
                <a:lnTo>
                  <a:pt x="275772" y="11214"/>
                </a:lnTo>
                <a:lnTo>
                  <a:pt x="291012" y="6843"/>
                </a:lnTo>
                <a:lnTo>
                  <a:pt x="321492" y="6843"/>
                </a:lnTo>
                <a:lnTo>
                  <a:pt x="336732" y="15966"/>
                </a:lnTo>
                <a:lnTo>
                  <a:pt x="351210" y="12734"/>
                </a:lnTo>
                <a:lnTo>
                  <a:pt x="367593" y="0"/>
                </a:lnTo>
                <a:lnTo>
                  <a:pt x="368426" y="121652"/>
                </a:lnTo>
                <a:lnTo>
                  <a:pt x="0" y="121652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51" name="Google Shape;51;p3"/>
          <p:cNvSpPr/>
          <p:nvPr/>
        </p:nvSpPr>
        <p:spPr>
          <a:xfrm rot="8100000">
            <a:off x="1847981" y="18145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AFF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3"/>
          <p:cNvSpPr/>
          <p:nvPr/>
        </p:nvSpPr>
        <p:spPr>
          <a:xfrm rot="8100000">
            <a:off x="6038981" y="209841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00CE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3"/>
          <p:cNvSpPr/>
          <p:nvPr/>
        </p:nvSpPr>
        <p:spPr>
          <a:xfrm rot="8100000">
            <a:off x="7181981" y="21317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00CE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" name="Google Shape;54;p3"/>
          <p:cNvGrpSpPr/>
          <p:nvPr/>
        </p:nvGrpSpPr>
        <p:grpSpPr>
          <a:xfrm>
            <a:off x="-9525" y="2024075"/>
            <a:ext cx="9167825" cy="595300"/>
            <a:chOff x="-9525" y="4462475"/>
            <a:chExt cx="9167825" cy="595300"/>
          </a:xfrm>
        </p:grpSpPr>
        <p:sp>
          <p:nvSpPr>
            <p:cNvPr id="55" name="Google Shape;55;p3"/>
            <p:cNvSpPr/>
            <p:nvPr/>
          </p:nvSpPr>
          <p:spPr>
            <a:xfrm>
              <a:off x="-9525" y="4581525"/>
              <a:ext cx="4205300" cy="476250"/>
            </a:xfrm>
            <a:custGeom>
              <a:avLst/>
              <a:gdLst/>
              <a:ahLst/>
              <a:cxnLst/>
              <a:rect l="l" t="t" r="r" b="b"/>
              <a:pathLst>
                <a:path w="168212" h="19050" extrusionOk="0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6" name="Google Shape;56;p3"/>
            <p:cNvSpPr/>
            <p:nvPr/>
          </p:nvSpPr>
          <p:spPr>
            <a:xfrm>
              <a:off x="4195775" y="4462475"/>
              <a:ext cx="3424225" cy="590550"/>
            </a:xfrm>
            <a:custGeom>
              <a:avLst/>
              <a:gdLst/>
              <a:ahLst/>
              <a:cxnLst/>
              <a:rect l="l" t="t" r="r" b="b"/>
              <a:pathLst>
                <a:path w="136969" h="23622" extrusionOk="0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7" name="Google Shape;57;p3"/>
            <p:cNvSpPr/>
            <p:nvPr/>
          </p:nvSpPr>
          <p:spPr>
            <a:xfrm>
              <a:off x="7624775" y="4472000"/>
              <a:ext cx="1533525" cy="414325"/>
            </a:xfrm>
            <a:custGeom>
              <a:avLst/>
              <a:gdLst/>
              <a:ahLst/>
              <a:cxnLst/>
              <a:rect l="l" t="t" r="r" b="b"/>
              <a:pathLst>
                <a:path w="61341" h="16573" extrusionOk="0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58" name="Google Shape;58;p3"/>
          <p:cNvGrpSpPr/>
          <p:nvPr/>
        </p:nvGrpSpPr>
        <p:grpSpPr>
          <a:xfrm>
            <a:off x="-42837" y="2005088"/>
            <a:ext cx="9229575" cy="642788"/>
            <a:chOff x="-42837" y="4443488"/>
            <a:chExt cx="9229575" cy="642788"/>
          </a:xfrm>
        </p:grpSpPr>
        <p:sp>
          <p:nvSpPr>
            <p:cNvPr id="59" name="Google Shape;59;p3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3"/>
          <p:cNvSpPr/>
          <p:nvPr/>
        </p:nvSpPr>
        <p:spPr>
          <a:xfrm>
            <a:off x="2990700" y="214780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1085700" y="243355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4895700" y="2077632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3"/>
          <p:cNvSpPr/>
          <p:nvPr/>
        </p:nvSpPr>
        <p:spPr>
          <a:xfrm rot="8100000">
            <a:off x="8699949" y="189076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AFF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3"/>
          <p:cNvSpPr txBox="1">
            <a:spLocks noGrp="1"/>
          </p:cNvSpPr>
          <p:nvPr>
            <p:ph type="ctrTitle"/>
          </p:nvPr>
        </p:nvSpPr>
        <p:spPr>
          <a:xfrm>
            <a:off x="2309350" y="3031150"/>
            <a:ext cx="52146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Lora"/>
              <a:buNone/>
              <a:defRPr sz="36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3"/>
          <p:cNvSpPr txBox="1">
            <a:spLocks noGrp="1"/>
          </p:cNvSpPr>
          <p:nvPr>
            <p:ph type="subTitle" idx="1"/>
          </p:nvPr>
        </p:nvSpPr>
        <p:spPr>
          <a:xfrm>
            <a:off x="2309441" y="4059250"/>
            <a:ext cx="5214600" cy="7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Lora"/>
              <a:buNone/>
              <a:defRPr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 1">
  <p:cSld name="TITLE_1_1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"/>
          <p:cNvSpPr/>
          <p:nvPr/>
        </p:nvSpPr>
        <p:spPr>
          <a:xfrm>
            <a:off x="-26775" y="2008375"/>
            <a:ext cx="9210650" cy="3172625"/>
          </a:xfrm>
          <a:custGeom>
            <a:avLst/>
            <a:gdLst/>
            <a:ahLst/>
            <a:cxnLst/>
            <a:rect l="l" t="t" r="r" b="b"/>
            <a:pathLst>
              <a:path w="368426" h="126905" extrusionOk="0">
                <a:moveTo>
                  <a:pt x="309" y="263"/>
                </a:moveTo>
                <a:lnTo>
                  <a:pt x="16502" y="11294"/>
                </a:lnTo>
                <a:lnTo>
                  <a:pt x="31551" y="5122"/>
                </a:lnTo>
                <a:lnTo>
                  <a:pt x="62412" y="4991"/>
                </a:lnTo>
                <a:lnTo>
                  <a:pt x="77652" y="0"/>
                </a:lnTo>
                <a:lnTo>
                  <a:pt x="92892" y="13527"/>
                </a:lnTo>
                <a:lnTo>
                  <a:pt x="107942" y="21276"/>
                </a:lnTo>
                <a:lnTo>
                  <a:pt x="122991" y="21145"/>
                </a:lnTo>
                <a:lnTo>
                  <a:pt x="138993" y="10375"/>
                </a:lnTo>
                <a:lnTo>
                  <a:pt x="154043" y="7880"/>
                </a:lnTo>
                <a:lnTo>
                  <a:pt x="168711" y="2349"/>
                </a:lnTo>
                <a:lnTo>
                  <a:pt x="184332" y="14841"/>
                </a:lnTo>
                <a:lnTo>
                  <a:pt x="199572" y="15274"/>
                </a:lnTo>
                <a:lnTo>
                  <a:pt x="214622" y="25085"/>
                </a:lnTo>
                <a:lnTo>
                  <a:pt x="230052" y="25085"/>
                </a:lnTo>
                <a:lnTo>
                  <a:pt x="246054" y="20094"/>
                </a:lnTo>
                <a:lnTo>
                  <a:pt x="261104" y="20094"/>
                </a:lnTo>
                <a:lnTo>
                  <a:pt x="275391" y="11426"/>
                </a:lnTo>
                <a:lnTo>
                  <a:pt x="291584" y="16810"/>
                </a:lnTo>
                <a:lnTo>
                  <a:pt x="305871" y="8143"/>
                </a:lnTo>
                <a:lnTo>
                  <a:pt x="336732" y="8012"/>
                </a:lnTo>
                <a:lnTo>
                  <a:pt x="351782" y="11294"/>
                </a:lnTo>
                <a:lnTo>
                  <a:pt x="367593" y="2758"/>
                </a:lnTo>
                <a:lnTo>
                  <a:pt x="368426" y="126905"/>
                </a:lnTo>
                <a:lnTo>
                  <a:pt x="0" y="12636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92" name="Google Shape;92;p4"/>
          <p:cNvSpPr/>
          <p:nvPr/>
        </p:nvSpPr>
        <p:spPr>
          <a:xfrm>
            <a:off x="-26775" y="2139700"/>
            <a:ext cx="9210650" cy="3041300"/>
          </a:xfrm>
          <a:custGeom>
            <a:avLst/>
            <a:gdLst/>
            <a:ahLst/>
            <a:cxnLst/>
            <a:rect l="l" t="t" r="r" b="b"/>
            <a:pathLst>
              <a:path w="368426" h="121652" extrusionOk="0">
                <a:moveTo>
                  <a:pt x="309" y="5516"/>
                </a:moveTo>
                <a:lnTo>
                  <a:pt x="16692" y="11214"/>
                </a:lnTo>
                <a:lnTo>
                  <a:pt x="47172" y="11214"/>
                </a:lnTo>
                <a:lnTo>
                  <a:pt x="62412" y="6843"/>
                </a:lnTo>
                <a:lnTo>
                  <a:pt x="77652" y="16156"/>
                </a:lnTo>
                <a:lnTo>
                  <a:pt x="92892" y="16156"/>
                </a:lnTo>
                <a:lnTo>
                  <a:pt x="107370" y="11214"/>
                </a:lnTo>
                <a:lnTo>
                  <a:pt x="122610" y="8173"/>
                </a:lnTo>
                <a:lnTo>
                  <a:pt x="138612" y="8173"/>
                </a:lnTo>
                <a:lnTo>
                  <a:pt x="153852" y="10834"/>
                </a:lnTo>
                <a:lnTo>
                  <a:pt x="168711" y="7603"/>
                </a:lnTo>
                <a:lnTo>
                  <a:pt x="183951" y="12734"/>
                </a:lnTo>
                <a:lnTo>
                  <a:pt x="199572" y="20527"/>
                </a:lnTo>
                <a:lnTo>
                  <a:pt x="214050" y="15205"/>
                </a:lnTo>
                <a:lnTo>
                  <a:pt x="229671" y="15205"/>
                </a:lnTo>
                <a:lnTo>
                  <a:pt x="245292" y="5892"/>
                </a:lnTo>
                <a:lnTo>
                  <a:pt x="260532" y="11214"/>
                </a:lnTo>
                <a:lnTo>
                  <a:pt x="275772" y="11214"/>
                </a:lnTo>
                <a:lnTo>
                  <a:pt x="291012" y="6843"/>
                </a:lnTo>
                <a:lnTo>
                  <a:pt x="321492" y="6843"/>
                </a:lnTo>
                <a:lnTo>
                  <a:pt x="336732" y="15966"/>
                </a:lnTo>
                <a:lnTo>
                  <a:pt x="351210" y="12734"/>
                </a:lnTo>
                <a:lnTo>
                  <a:pt x="367593" y="0"/>
                </a:lnTo>
                <a:lnTo>
                  <a:pt x="368426" y="121652"/>
                </a:lnTo>
                <a:lnTo>
                  <a:pt x="0" y="121652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93" name="Google Shape;93;p4"/>
          <p:cNvSpPr/>
          <p:nvPr/>
        </p:nvSpPr>
        <p:spPr>
          <a:xfrm rot="8100000">
            <a:off x="1847981" y="18145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AFF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"/>
          <p:cNvSpPr/>
          <p:nvPr/>
        </p:nvSpPr>
        <p:spPr>
          <a:xfrm rot="8100000">
            <a:off x="6038981" y="209841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00CE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4"/>
          <p:cNvSpPr/>
          <p:nvPr/>
        </p:nvSpPr>
        <p:spPr>
          <a:xfrm rot="8100000">
            <a:off x="7181981" y="21317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00CE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" name="Google Shape;96;p4"/>
          <p:cNvGrpSpPr/>
          <p:nvPr/>
        </p:nvGrpSpPr>
        <p:grpSpPr>
          <a:xfrm>
            <a:off x="-9525" y="2024075"/>
            <a:ext cx="9167825" cy="595300"/>
            <a:chOff x="-9525" y="4462475"/>
            <a:chExt cx="9167825" cy="595300"/>
          </a:xfrm>
        </p:grpSpPr>
        <p:sp>
          <p:nvSpPr>
            <p:cNvPr id="97" name="Google Shape;97;p4"/>
            <p:cNvSpPr/>
            <p:nvPr/>
          </p:nvSpPr>
          <p:spPr>
            <a:xfrm>
              <a:off x="-9525" y="4581525"/>
              <a:ext cx="4205300" cy="476250"/>
            </a:xfrm>
            <a:custGeom>
              <a:avLst/>
              <a:gdLst/>
              <a:ahLst/>
              <a:cxnLst/>
              <a:rect l="l" t="t" r="r" b="b"/>
              <a:pathLst>
                <a:path w="168212" h="19050" extrusionOk="0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" name="Google Shape;98;p4"/>
            <p:cNvSpPr/>
            <p:nvPr/>
          </p:nvSpPr>
          <p:spPr>
            <a:xfrm>
              <a:off x="4195775" y="4462475"/>
              <a:ext cx="3424225" cy="590550"/>
            </a:xfrm>
            <a:custGeom>
              <a:avLst/>
              <a:gdLst/>
              <a:ahLst/>
              <a:cxnLst/>
              <a:rect l="l" t="t" r="r" b="b"/>
              <a:pathLst>
                <a:path w="136969" h="23622" extrusionOk="0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" name="Google Shape;99;p4"/>
            <p:cNvSpPr/>
            <p:nvPr/>
          </p:nvSpPr>
          <p:spPr>
            <a:xfrm>
              <a:off x="7624775" y="4472000"/>
              <a:ext cx="1533525" cy="414325"/>
            </a:xfrm>
            <a:custGeom>
              <a:avLst/>
              <a:gdLst/>
              <a:ahLst/>
              <a:cxnLst/>
              <a:rect l="l" t="t" r="r" b="b"/>
              <a:pathLst>
                <a:path w="61341" h="16573" extrusionOk="0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00" name="Google Shape;100;p4"/>
          <p:cNvGrpSpPr/>
          <p:nvPr/>
        </p:nvGrpSpPr>
        <p:grpSpPr>
          <a:xfrm>
            <a:off x="-42837" y="2005088"/>
            <a:ext cx="9229575" cy="642788"/>
            <a:chOff x="-42837" y="4443488"/>
            <a:chExt cx="9229575" cy="642788"/>
          </a:xfrm>
        </p:grpSpPr>
        <p:sp>
          <p:nvSpPr>
            <p:cNvPr id="101" name="Google Shape;101;p4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4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" name="Google Shape;126;p4"/>
          <p:cNvSpPr/>
          <p:nvPr/>
        </p:nvSpPr>
        <p:spPr>
          <a:xfrm>
            <a:off x="2990700" y="214780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1085700" y="243355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4895700" y="2077632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"/>
          <p:cNvSpPr/>
          <p:nvPr/>
        </p:nvSpPr>
        <p:spPr>
          <a:xfrm rot="8100000">
            <a:off x="8699949" y="189076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AFF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"/>
          <p:cNvSpPr txBox="1">
            <a:spLocks noGrp="1"/>
          </p:cNvSpPr>
          <p:nvPr>
            <p:ph type="title"/>
          </p:nvPr>
        </p:nvSpPr>
        <p:spPr>
          <a:xfrm>
            <a:off x="1536550" y="906725"/>
            <a:ext cx="6084000" cy="6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4"/>
          <p:cNvSpPr txBox="1">
            <a:spLocks noGrp="1"/>
          </p:cNvSpPr>
          <p:nvPr>
            <p:ph type="body" idx="1"/>
          </p:nvPr>
        </p:nvSpPr>
        <p:spPr>
          <a:xfrm>
            <a:off x="1536538" y="1789175"/>
            <a:ext cx="6084000" cy="2766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 1 1">
  <p:cSld name="TITLE_1_1_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/>
          <p:nvPr/>
        </p:nvSpPr>
        <p:spPr>
          <a:xfrm>
            <a:off x="-26775" y="2008375"/>
            <a:ext cx="9210650" cy="3172625"/>
          </a:xfrm>
          <a:custGeom>
            <a:avLst/>
            <a:gdLst/>
            <a:ahLst/>
            <a:cxnLst/>
            <a:rect l="l" t="t" r="r" b="b"/>
            <a:pathLst>
              <a:path w="368426" h="126905" extrusionOk="0">
                <a:moveTo>
                  <a:pt x="309" y="263"/>
                </a:moveTo>
                <a:lnTo>
                  <a:pt x="16502" y="11294"/>
                </a:lnTo>
                <a:lnTo>
                  <a:pt x="31551" y="5122"/>
                </a:lnTo>
                <a:lnTo>
                  <a:pt x="62412" y="4991"/>
                </a:lnTo>
                <a:lnTo>
                  <a:pt x="77652" y="0"/>
                </a:lnTo>
                <a:lnTo>
                  <a:pt x="92892" y="13527"/>
                </a:lnTo>
                <a:lnTo>
                  <a:pt x="107942" y="21276"/>
                </a:lnTo>
                <a:lnTo>
                  <a:pt x="122991" y="21145"/>
                </a:lnTo>
                <a:lnTo>
                  <a:pt x="138993" y="10375"/>
                </a:lnTo>
                <a:lnTo>
                  <a:pt x="154043" y="7880"/>
                </a:lnTo>
                <a:lnTo>
                  <a:pt x="168711" y="2349"/>
                </a:lnTo>
                <a:lnTo>
                  <a:pt x="184332" y="14841"/>
                </a:lnTo>
                <a:lnTo>
                  <a:pt x="199572" y="15274"/>
                </a:lnTo>
                <a:lnTo>
                  <a:pt x="214622" y="25085"/>
                </a:lnTo>
                <a:lnTo>
                  <a:pt x="230052" y="25085"/>
                </a:lnTo>
                <a:lnTo>
                  <a:pt x="246054" y="20094"/>
                </a:lnTo>
                <a:lnTo>
                  <a:pt x="261104" y="20094"/>
                </a:lnTo>
                <a:lnTo>
                  <a:pt x="275391" y="11426"/>
                </a:lnTo>
                <a:lnTo>
                  <a:pt x="291584" y="16810"/>
                </a:lnTo>
                <a:lnTo>
                  <a:pt x="305871" y="8143"/>
                </a:lnTo>
                <a:lnTo>
                  <a:pt x="336732" y="8012"/>
                </a:lnTo>
                <a:lnTo>
                  <a:pt x="351782" y="11294"/>
                </a:lnTo>
                <a:lnTo>
                  <a:pt x="367593" y="2758"/>
                </a:lnTo>
                <a:lnTo>
                  <a:pt x="368426" y="126905"/>
                </a:lnTo>
                <a:lnTo>
                  <a:pt x="0" y="12636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134" name="Google Shape;134;p5"/>
          <p:cNvSpPr/>
          <p:nvPr/>
        </p:nvSpPr>
        <p:spPr>
          <a:xfrm>
            <a:off x="-26775" y="2139700"/>
            <a:ext cx="9210650" cy="3041300"/>
          </a:xfrm>
          <a:custGeom>
            <a:avLst/>
            <a:gdLst/>
            <a:ahLst/>
            <a:cxnLst/>
            <a:rect l="l" t="t" r="r" b="b"/>
            <a:pathLst>
              <a:path w="368426" h="121652" extrusionOk="0">
                <a:moveTo>
                  <a:pt x="309" y="5516"/>
                </a:moveTo>
                <a:lnTo>
                  <a:pt x="16692" y="11214"/>
                </a:lnTo>
                <a:lnTo>
                  <a:pt x="47172" y="11214"/>
                </a:lnTo>
                <a:lnTo>
                  <a:pt x="62412" y="6843"/>
                </a:lnTo>
                <a:lnTo>
                  <a:pt x="77652" y="16156"/>
                </a:lnTo>
                <a:lnTo>
                  <a:pt x="92892" y="16156"/>
                </a:lnTo>
                <a:lnTo>
                  <a:pt x="107370" y="11214"/>
                </a:lnTo>
                <a:lnTo>
                  <a:pt x="122610" y="8173"/>
                </a:lnTo>
                <a:lnTo>
                  <a:pt x="138612" y="8173"/>
                </a:lnTo>
                <a:lnTo>
                  <a:pt x="153852" y="10834"/>
                </a:lnTo>
                <a:lnTo>
                  <a:pt x="168711" y="7603"/>
                </a:lnTo>
                <a:lnTo>
                  <a:pt x="183951" y="12734"/>
                </a:lnTo>
                <a:lnTo>
                  <a:pt x="199572" y="20527"/>
                </a:lnTo>
                <a:lnTo>
                  <a:pt x="214050" y="15205"/>
                </a:lnTo>
                <a:lnTo>
                  <a:pt x="229671" y="15205"/>
                </a:lnTo>
                <a:lnTo>
                  <a:pt x="245292" y="5892"/>
                </a:lnTo>
                <a:lnTo>
                  <a:pt x="260532" y="11214"/>
                </a:lnTo>
                <a:lnTo>
                  <a:pt x="275772" y="11214"/>
                </a:lnTo>
                <a:lnTo>
                  <a:pt x="291012" y="6843"/>
                </a:lnTo>
                <a:lnTo>
                  <a:pt x="321492" y="6843"/>
                </a:lnTo>
                <a:lnTo>
                  <a:pt x="336732" y="15966"/>
                </a:lnTo>
                <a:lnTo>
                  <a:pt x="351210" y="12734"/>
                </a:lnTo>
                <a:lnTo>
                  <a:pt x="367593" y="0"/>
                </a:lnTo>
                <a:lnTo>
                  <a:pt x="368426" y="121652"/>
                </a:lnTo>
                <a:lnTo>
                  <a:pt x="0" y="121652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135" name="Google Shape;135;p5"/>
          <p:cNvSpPr/>
          <p:nvPr/>
        </p:nvSpPr>
        <p:spPr>
          <a:xfrm rot="8100000">
            <a:off x="1847981" y="18145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AFF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"/>
          <p:cNvSpPr/>
          <p:nvPr/>
        </p:nvSpPr>
        <p:spPr>
          <a:xfrm rot="8100000">
            <a:off x="6038981" y="209841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00CE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"/>
          <p:cNvSpPr/>
          <p:nvPr/>
        </p:nvSpPr>
        <p:spPr>
          <a:xfrm rot="8100000">
            <a:off x="7181981" y="21317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00CE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" name="Google Shape;138;p5"/>
          <p:cNvGrpSpPr/>
          <p:nvPr/>
        </p:nvGrpSpPr>
        <p:grpSpPr>
          <a:xfrm>
            <a:off x="-9525" y="2024075"/>
            <a:ext cx="9167825" cy="595300"/>
            <a:chOff x="-9525" y="4462475"/>
            <a:chExt cx="9167825" cy="595300"/>
          </a:xfrm>
        </p:grpSpPr>
        <p:sp>
          <p:nvSpPr>
            <p:cNvPr id="139" name="Google Shape;139;p5"/>
            <p:cNvSpPr/>
            <p:nvPr/>
          </p:nvSpPr>
          <p:spPr>
            <a:xfrm>
              <a:off x="-9525" y="4581525"/>
              <a:ext cx="4205300" cy="476250"/>
            </a:xfrm>
            <a:custGeom>
              <a:avLst/>
              <a:gdLst/>
              <a:ahLst/>
              <a:cxnLst/>
              <a:rect l="l" t="t" r="r" b="b"/>
              <a:pathLst>
                <a:path w="168212" h="19050" extrusionOk="0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0" name="Google Shape;140;p5"/>
            <p:cNvSpPr/>
            <p:nvPr/>
          </p:nvSpPr>
          <p:spPr>
            <a:xfrm>
              <a:off x="4195775" y="4462475"/>
              <a:ext cx="3424225" cy="590550"/>
            </a:xfrm>
            <a:custGeom>
              <a:avLst/>
              <a:gdLst/>
              <a:ahLst/>
              <a:cxnLst/>
              <a:rect l="l" t="t" r="r" b="b"/>
              <a:pathLst>
                <a:path w="136969" h="23622" extrusionOk="0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1" name="Google Shape;141;p5"/>
            <p:cNvSpPr/>
            <p:nvPr/>
          </p:nvSpPr>
          <p:spPr>
            <a:xfrm>
              <a:off x="7624775" y="4472000"/>
              <a:ext cx="1533525" cy="414325"/>
            </a:xfrm>
            <a:custGeom>
              <a:avLst/>
              <a:gdLst/>
              <a:ahLst/>
              <a:cxnLst/>
              <a:rect l="l" t="t" r="r" b="b"/>
              <a:pathLst>
                <a:path w="61341" h="16573" extrusionOk="0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42" name="Google Shape;142;p5"/>
          <p:cNvGrpSpPr/>
          <p:nvPr/>
        </p:nvGrpSpPr>
        <p:grpSpPr>
          <a:xfrm>
            <a:off x="-42837" y="2005088"/>
            <a:ext cx="9229575" cy="642788"/>
            <a:chOff x="-42837" y="4443488"/>
            <a:chExt cx="9229575" cy="642788"/>
          </a:xfrm>
        </p:grpSpPr>
        <p:sp>
          <p:nvSpPr>
            <p:cNvPr id="143" name="Google Shape;143;p5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8" name="Google Shape;168;p5"/>
          <p:cNvSpPr/>
          <p:nvPr/>
        </p:nvSpPr>
        <p:spPr>
          <a:xfrm>
            <a:off x="2990700" y="214780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1085700" y="243355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4895700" y="2077632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5"/>
          <p:cNvSpPr/>
          <p:nvPr/>
        </p:nvSpPr>
        <p:spPr>
          <a:xfrm rot="8100000">
            <a:off x="8699949" y="189076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AFF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"/>
          <p:cNvSpPr txBox="1">
            <a:spLocks noGrp="1"/>
          </p:cNvSpPr>
          <p:nvPr>
            <p:ph type="title"/>
          </p:nvPr>
        </p:nvSpPr>
        <p:spPr>
          <a:xfrm>
            <a:off x="1536538" y="484300"/>
            <a:ext cx="6084000" cy="6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5"/>
          <p:cNvSpPr txBox="1">
            <a:spLocks noGrp="1"/>
          </p:cNvSpPr>
          <p:nvPr>
            <p:ph type="body" idx="1"/>
          </p:nvPr>
        </p:nvSpPr>
        <p:spPr>
          <a:xfrm>
            <a:off x="1324213" y="1391600"/>
            <a:ext cx="3043200" cy="3463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5"/>
          <p:cNvSpPr txBox="1">
            <a:spLocks noGrp="1"/>
          </p:cNvSpPr>
          <p:nvPr>
            <p:ph type="body" idx="2"/>
          </p:nvPr>
        </p:nvSpPr>
        <p:spPr>
          <a:xfrm>
            <a:off x="4789663" y="1391600"/>
            <a:ext cx="3043200" cy="3463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18B9A"/>
              </a:buClr>
              <a:buSzPts val="2000"/>
              <a:buFont typeface="Lora"/>
              <a:buNone/>
              <a:defRPr>
                <a:solidFill>
                  <a:srgbClr val="418B9A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177" name="Google Shape;177;p6"/>
          <p:cNvSpPr txBox="1">
            <a:spLocks noGrp="1"/>
          </p:cNvSpPr>
          <p:nvPr>
            <p:ph type="body" idx="1"/>
          </p:nvPr>
        </p:nvSpPr>
        <p:spPr>
          <a:xfrm>
            <a:off x="908563" y="1119350"/>
            <a:ext cx="7316400" cy="23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○"/>
              <a:defRPr sz="1500">
                <a:latin typeface="Lora"/>
                <a:ea typeface="Lora"/>
                <a:cs typeface="Lora"/>
                <a:sym typeface="Lora"/>
              </a:defRPr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○"/>
              <a:defRPr sz="1500">
                <a:latin typeface="Lora"/>
                <a:ea typeface="Lora"/>
                <a:cs typeface="Lora"/>
                <a:sym typeface="Lora"/>
              </a:defRPr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○"/>
              <a:defRPr sz="1500">
                <a:latin typeface="Lora"/>
                <a:ea typeface="Lora"/>
                <a:cs typeface="Lora"/>
                <a:sym typeface="Lora"/>
              </a:defRPr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-28575" y="4446775"/>
            <a:ext cx="9191625" cy="712478"/>
          </a:xfrm>
          <a:custGeom>
            <a:avLst/>
            <a:gdLst/>
            <a:ahLst/>
            <a:cxnLst/>
            <a:rect l="l" t="t" r="r" b="b"/>
            <a:pathLst>
              <a:path w="367665" h="41339" extrusionOk="0">
                <a:moveTo>
                  <a:pt x="381" y="381"/>
                </a:moveTo>
                <a:lnTo>
                  <a:pt x="16574" y="16383"/>
                </a:lnTo>
                <a:lnTo>
                  <a:pt x="31623" y="7430"/>
                </a:lnTo>
                <a:lnTo>
                  <a:pt x="62484" y="7239"/>
                </a:lnTo>
                <a:lnTo>
                  <a:pt x="77724" y="0"/>
                </a:lnTo>
                <a:lnTo>
                  <a:pt x="92964" y="19622"/>
                </a:lnTo>
                <a:lnTo>
                  <a:pt x="108014" y="30861"/>
                </a:lnTo>
                <a:lnTo>
                  <a:pt x="123063" y="30671"/>
                </a:lnTo>
                <a:lnTo>
                  <a:pt x="139065" y="15050"/>
                </a:lnTo>
                <a:lnTo>
                  <a:pt x="154115" y="11430"/>
                </a:lnTo>
                <a:lnTo>
                  <a:pt x="168783" y="3408"/>
                </a:lnTo>
                <a:lnTo>
                  <a:pt x="184404" y="21527"/>
                </a:lnTo>
                <a:lnTo>
                  <a:pt x="199644" y="22155"/>
                </a:lnTo>
                <a:lnTo>
                  <a:pt x="214694" y="36386"/>
                </a:lnTo>
                <a:lnTo>
                  <a:pt x="230124" y="36386"/>
                </a:lnTo>
                <a:lnTo>
                  <a:pt x="246126" y="29147"/>
                </a:lnTo>
                <a:lnTo>
                  <a:pt x="261176" y="29147"/>
                </a:lnTo>
                <a:lnTo>
                  <a:pt x="275463" y="16574"/>
                </a:lnTo>
                <a:lnTo>
                  <a:pt x="291656" y="24384"/>
                </a:lnTo>
                <a:lnTo>
                  <a:pt x="305943" y="11811"/>
                </a:lnTo>
                <a:lnTo>
                  <a:pt x="336804" y="11621"/>
                </a:lnTo>
                <a:lnTo>
                  <a:pt x="351854" y="16383"/>
                </a:lnTo>
                <a:lnTo>
                  <a:pt x="367665" y="4001"/>
                </a:lnTo>
                <a:lnTo>
                  <a:pt x="367284" y="41339"/>
                </a:lnTo>
                <a:lnTo>
                  <a:pt x="0" y="4133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179" name="Google Shape;179;p6"/>
          <p:cNvSpPr/>
          <p:nvPr/>
        </p:nvSpPr>
        <p:spPr>
          <a:xfrm>
            <a:off x="-28575" y="4578111"/>
            <a:ext cx="9191625" cy="584439"/>
          </a:xfrm>
          <a:custGeom>
            <a:avLst/>
            <a:gdLst/>
            <a:ahLst/>
            <a:cxnLst/>
            <a:rect l="l" t="t" r="r" b="b"/>
            <a:pathLst>
              <a:path w="367665" h="33910" extrusionOk="0">
                <a:moveTo>
                  <a:pt x="381" y="8001"/>
                </a:moveTo>
                <a:lnTo>
                  <a:pt x="16764" y="16266"/>
                </a:lnTo>
                <a:lnTo>
                  <a:pt x="47244" y="16266"/>
                </a:lnTo>
                <a:lnTo>
                  <a:pt x="62484" y="9925"/>
                </a:lnTo>
                <a:lnTo>
                  <a:pt x="77724" y="23434"/>
                </a:lnTo>
                <a:lnTo>
                  <a:pt x="92964" y="23434"/>
                </a:lnTo>
                <a:lnTo>
                  <a:pt x="107442" y="16266"/>
                </a:lnTo>
                <a:lnTo>
                  <a:pt x="122682" y="11855"/>
                </a:lnTo>
                <a:lnTo>
                  <a:pt x="138684" y="11855"/>
                </a:lnTo>
                <a:lnTo>
                  <a:pt x="153924" y="15714"/>
                </a:lnTo>
                <a:lnTo>
                  <a:pt x="168783" y="11028"/>
                </a:lnTo>
                <a:lnTo>
                  <a:pt x="184023" y="18471"/>
                </a:lnTo>
                <a:lnTo>
                  <a:pt x="199644" y="29775"/>
                </a:lnTo>
                <a:lnTo>
                  <a:pt x="214122" y="22055"/>
                </a:lnTo>
                <a:lnTo>
                  <a:pt x="229743" y="22055"/>
                </a:lnTo>
                <a:lnTo>
                  <a:pt x="245364" y="8546"/>
                </a:lnTo>
                <a:lnTo>
                  <a:pt x="260604" y="16266"/>
                </a:lnTo>
                <a:lnTo>
                  <a:pt x="275844" y="16266"/>
                </a:lnTo>
                <a:lnTo>
                  <a:pt x="291084" y="9925"/>
                </a:lnTo>
                <a:lnTo>
                  <a:pt x="321564" y="9925"/>
                </a:lnTo>
                <a:lnTo>
                  <a:pt x="336804" y="23158"/>
                </a:lnTo>
                <a:lnTo>
                  <a:pt x="351282" y="18471"/>
                </a:lnTo>
                <a:lnTo>
                  <a:pt x="367665" y="0"/>
                </a:lnTo>
                <a:lnTo>
                  <a:pt x="367665" y="33910"/>
                </a:lnTo>
                <a:lnTo>
                  <a:pt x="0" y="33910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180" name="Google Shape;180;p6"/>
          <p:cNvSpPr/>
          <p:nvPr/>
        </p:nvSpPr>
        <p:spPr>
          <a:xfrm rot="8100000">
            <a:off x="1847981" y="42529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E691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6"/>
          <p:cNvSpPr/>
          <p:nvPr/>
        </p:nvSpPr>
        <p:spPr>
          <a:xfrm rot="8100000">
            <a:off x="6038981" y="453681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E28F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6"/>
          <p:cNvSpPr/>
          <p:nvPr/>
        </p:nvSpPr>
        <p:spPr>
          <a:xfrm rot="8100000">
            <a:off x="7181981" y="45701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418B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3" name="Google Shape;183;p6"/>
          <p:cNvGrpSpPr/>
          <p:nvPr/>
        </p:nvGrpSpPr>
        <p:grpSpPr>
          <a:xfrm>
            <a:off x="-9525" y="4462475"/>
            <a:ext cx="9167825" cy="595300"/>
            <a:chOff x="-9525" y="4462475"/>
            <a:chExt cx="9167825" cy="595300"/>
          </a:xfrm>
        </p:grpSpPr>
        <p:sp>
          <p:nvSpPr>
            <p:cNvPr id="184" name="Google Shape;184;p6"/>
            <p:cNvSpPr/>
            <p:nvPr/>
          </p:nvSpPr>
          <p:spPr>
            <a:xfrm>
              <a:off x="-9525" y="4581525"/>
              <a:ext cx="4205300" cy="476250"/>
            </a:xfrm>
            <a:custGeom>
              <a:avLst/>
              <a:gdLst/>
              <a:ahLst/>
              <a:cxnLst/>
              <a:rect l="l" t="t" r="r" b="b"/>
              <a:pathLst>
                <a:path w="168212" h="19050" extrusionOk="0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5" name="Google Shape;185;p6"/>
            <p:cNvSpPr/>
            <p:nvPr/>
          </p:nvSpPr>
          <p:spPr>
            <a:xfrm>
              <a:off x="4195775" y="4462475"/>
              <a:ext cx="3424225" cy="590550"/>
            </a:xfrm>
            <a:custGeom>
              <a:avLst/>
              <a:gdLst/>
              <a:ahLst/>
              <a:cxnLst/>
              <a:rect l="l" t="t" r="r" b="b"/>
              <a:pathLst>
                <a:path w="136969" h="23622" extrusionOk="0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6" name="Google Shape;186;p6"/>
            <p:cNvSpPr/>
            <p:nvPr/>
          </p:nvSpPr>
          <p:spPr>
            <a:xfrm>
              <a:off x="7624775" y="4472000"/>
              <a:ext cx="1533525" cy="414325"/>
            </a:xfrm>
            <a:custGeom>
              <a:avLst/>
              <a:gdLst/>
              <a:ahLst/>
              <a:cxnLst/>
              <a:rect l="l" t="t" r="r" b="b"/>
              <a:pathLst>
                <a:path w="61341" h="16573" extrusionOk="0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87" name="Google Shape;187;p6"/>
          <p:cNvGrpSpPr/>
          <p:nvPr/>
        </p:nvGrpSpPr>
        <p:grpSpPr>
          <a:xfrm>
            <a:off x="-42837" y="4443488"/>
            <a:ext cx="9229575" cy="642788"/>
            <a:chOff x="-42837" y="4443488"/>
            <a:chExt cx="9229575" cy="642788"/>
          </a:xfrm>
        </p:grpSpPr>
        <p:sp>
          <p:nvSpPr>
            <p:cNvPr id="188" name="Google Shape;188;p6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6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6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6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6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6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6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6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6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6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6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6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6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6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6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6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6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3" name="Google Shape;213;p6"/>
          <p:cNvSpPr/>
          <p:nvPr/>
        </p:nvSpPr>
        <p:spPr>
          <a:xfrm>
            <a:off x="2990700" y="458620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1085700" y="487195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4895700" y="4516032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6"/>
          <p:cNvSpPr/>
          <p:nvPr/>
        </p:nvSpPr>
        <p:spPr>
          <a:xfrm rot="8100000">
            <a:off x="8699949" y="432916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E28F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"/>
          <p:cNvSpPr txBox="1">
            <a:spLocks noGrp="1"/>
          </p:cNvSpPr>
          <p:nvPr>
            <p:ph type="title"/>
          </p:nvPr>
        </p:nvSpPr>
        <p:spPr>
          <a:xfrm>
            <a:off x="1068925" y="329375"/>
            <a:ext cx="69966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18B9A"/>
              </a:buClr>
              <a:buSzPts val="2000"/>
              <a:buFont typeface="Lora"/>
              <a:buNone/>
              <a:defRPr>
                <a:solidFill>
                  <a:srgbClr val="418B9A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-28575" y="4446775"/>
            <a:ext cx="9191625" cy="712478"/>
          </a:xfrm>
          <a:custGeom>
            <a:avLst/>
            <a:gdLst/>
            <a:ahLst/>
            <a:cxnLst/>
            <a:rect l="l" t="t" r="r" b="b"/>
            <a:pathLst>
              <a:path w="367665" h="41339" extrusionOk="0">
                <a:moveTo>
                  <a:pt x="381" y="381"/>
                </a:moveTo>
                <a:lnTo>
                  <a:pt x="16574" y="16383"/>
                </a:lnTo>
                <a:lnTo>
                  <a:pt x="31623" y="7430"/>
                </a:lnTo>
                <a:lnTo>
                  <a:pt x="62484" y="7239"/>
                </a:lnTo>
                <a:lnTo>
                  <a:pt x="77724" y="0"/>
                </a:lnTo>
                <a:lnTo>
                  <a:pt x="92964" y="19622"/>
                </a:lnTo>
                <a:lnTo>
                  <a:pt x="108014" y="30861"/>
                </a:lnTo>
                <a:lnTo>
                  <a:pt x="123063" y="30671"/>
                </a:lnTo>
                <a:lnTo>
                  <a:pt x="139065" y="15050"/>
                </a:lnTo>
                <a:lnTo>
                  <a:pt x="154115" y="11430"/>
                </a:lnTo>
                <a:lnTo>
                  <a:pt x="168783" y="3408"/>
                </a:lnTo>
                <a:lnTo>
                  <a:pt x="184404" y="21527"/>
                </a:lnTo>
                <a:lnTo>
                  <a:pt x="199644" y="22155"/>
                </a:lnTo>
                <a:lnTo>
                  <a:pt x="214694" y="36386"/>
                </a:lnTo>
                <a:lnTo>
                  <a:pt x="230124" y="36386"/>
                </a:lnTo>
                <a:lnTo>
                  <a:pt x="246126" y="29147"/>
                </a:lnTo>
                <a:lnTo>
                  <a:pt x="261176" y="29147"/>
                </a:lnTo>
                <a:lnTo>
                  <a:pt x="275463" y="16574"/>
                </a:lnTo>
                <a:lnTo>
                  <a:pt x="291656" y="24384"/>
                </a:lnTo>
                <a:lnTo>
                  <a:pt x="305943" y="11811"/>
                </a:lnTo>
                <a:lnTo>
                  <a:pt x="336804" y="11621"/>
                </a:lnTo>
                <a:lnTo>
                  <a:pt x="351854" y="16383"/>
                </a:lnTo>
                <a:lnTo>
                  <a:pt x="367665" y="4001"/>
                </a:lnTo>
                <a:lnTo>
                  <a:pt x="367284" y="41339"/>
                </a:lnTo>
                <a:lnTo>
                  <a:pt x="0" y="4133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220" name="Google Shape;220;p7"/>
          <p:cNvSpPr/>
          <p:nvPr/>
        </p:nvSpPr>
        <p:spPr>
          <a:xfrm>
            <a:off x="-28575" y="4578111"/>
            <a:ext cx="9191625" cy="584439"/>
          </a:xfrm>
          <a:custGeom>
            <a:avLst/>
            <a:gdLst/>
            <a:ahLst/>
            <a:cxnLst/>
            <a:rect l="l" t="t" r="r" b="b"/>
            <a:pathLst>
              <a:path w="367665" h="33910" extrusionOk="0">
                <a:moveTo>
                  <a:pt x="381" y="8001"/>
                </a:moveTo>
                <a:lnTo>
                  <a:pt x="16764" y="16266"/>
                </a:lnTo>
                <a:lnTo>
                  <a:pt x="47244" y="16266"/>
                </a:lnTo>
                <a:lnTo>
                  <a:pt x="62484" y="9925"/>
                </a:lnTo>
                <a:lnTo>
                  <a:pt x="77724" y="23434"/>
                </a:lnTo>
                <a:lnTo>
                  <a:pt x="92964" y="23434"/>
                </a:lnTo>
                <a:lnTo>
                  <a:pt x="107442" y="16266"/>
                </a:lnTo>
                <a:lnTo>
                  <a:pt x="122682" y="11855"/>
                </a:lnTo>
                <a:lnTo>
                  <a:pt x="138684" y="11855"/>
                </a:lnTo>
                <a:lnTo>
                  <a:pt x="153924" y="15714"/>
                </a:lnTo>
                <a:lnTo>
                  <a:pt x="168783" y="11028"/>
                </a:lnTo>
                <a:lnTo>
                  <a:pt x="184023" y="18471"/>
                </a:lnTo>
                <a:lnTo>
                  <a:pt x="199644" y="29775"/>
                </a:lnTo>
                <a:lnTo>
                  <a:pt x="214122" y="22055"/>
                </a:lnTo>
                <a:lnTo>
                  <a:pt x="229743" y="22055"/>
                </a:lnTo>
                <a:lnTo>
                  <a:pt x="245364" y="8546"/>
                </a:lnTo>
                <a:lnTo>
                  <a:pt x="260604" y="16266"/>
                </a:lnTo>
                <a:lnTo>
                  <a:pt x="275844" y="16266"/>
                </a:lnTo>
                <a:lnTo>
                  <a:pt x="291084" y="9925"/>
                </a:lnTo>
                <a:lnTo>
                  <a:pt x="321564" y="9925"/>
                </a:lnTo>
                <a:lnTo>
                  <a:pt x="336804" y="23158"/>
                </a:lnTo>
                <a:lnTo>
                  <a:pt x="351282" y="18471"/>
                </a:lnTo>
                <a:lnTo>
                  <a:pt x="367665" y="0"/>
                </a:lnTo>
                <a:lnTo>
                  <a:pt x="367665" y="33910"/>
                </a:lnTo>
                <a:lnTo>
                  <a:pt x="0" y="33910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221" name="Google Shape;221;p7"/>
          <p:cNvSpPr/>
          <p:nvPr/>
        </p:nvSpPr>
        <p:spPr>
          <a:xfrm rot="8100000">
            <a:off x="1847981" y="42529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E28F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7"/>
          <p:cNvSpPr/>
          <p:nvPr/>
        </p:nvSpPr>
        <p:spPr>
          <a:xfrm rot="8100000">
            <a:off x="6038981" y="453681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E28F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7"/>
          <p:cNvSpPr/>
          <p:nvPr/>
        </p:nvSpPr>
        <p:spPr>
          <a:xfrm rot="8100000">
            <a:off x="7181981" y="45701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418B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4" name="Google Shape;224;p7"/>
          <p:cNvGrpSpPr/>
          <p:nvPr/>
        </p:nvGrpSpPr>
        <p:grpSpPr>
          <a:xfrm>
            <a:off x="-42837" y="4443488"/>
            <a:ext cx="9229575" cy="642788"/>
            <a:chOff x="-42837" y="4443488"/>
            <a:chExt cx="9229575" cy="642788"/>
          </a:xfrm>
        </p:grpSpPr>
        <p:sp>
          <p:nvSpPr>
            <p:cNvPr id="225" name="Google Shape;225;p7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7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7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7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7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7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7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7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7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7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7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7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7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7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7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7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7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7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7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7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7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7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7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7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7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0" name="Google Shape;250;p7"/>
          <p:cNvGrpSpPr/>
          <p:nvPr/>
        </p:nvGrpSpPr>
        <p:grpSpPr>
          <a:xfrm>
            <a:off x="-9525" y="4462475"/>
            <a:ext cx="9167825" cy="595300"/>
            <a:chOff x="-9525" y="4462475"/>
            <a:chExt cx="9167825" cy="595300"/>
          </a:xfrm>
        </p:grpSpPr>
        <p:sp>
          <p:nvSpPr>
            <p:cNvPr id="251" name="Google Shape;251;p7"/>
            <p:cNvSpPr/>
            <p:nvPr/>
          </p:nvSpPr>
          <p:spPr>
            <a:xfrm>
              <a:off x="-9525" y="4581525"/>
              <a:ext cx="4205300" cy="476250"/>
            </a:xfrm>
            <a:custGeom>
              <a:avLst/>
              <a:gdLst/>
              <a:ahLst/>
              <a:cxnLst/>
              <a:rect l="l" t="t" r="r" b="b"/>
              <a:pathLst>
                <a:path w="168212" h="19050" extrusionOk="0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2" name="Google Shape;252;p7"/>
            <p:cNvSpPr/>
            <p:nvPr/>
          </p:nvSpPr>
          <p:spPr>
            <a:xfrm>
              <a:off x="4195775" y="4462475"/>
              <a:ext cx="3424225" cy="590550"/>
            </a:xfrm>
            <a:custGeom>
              <a:avLst/>
              <a:gdLst/>
              <a:ahLst/>
              <a:cxnLst/>
              <a:rect l="l" t="t" r="r" b="b"/>
              <a:pathLst>
                <a:path w="136969" h="23622" extrusionOk="0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3" name="Google Shape;253;p7"/>
            <p:cNvSpPr/>
            <p:nvPr/>
          </p:nvSpPr>
          <p:spPr>
            <a:xfrm>
              <a:off x="7624775" y="4472000"/>
              <a:ext cx="1533525" cy="414325"/>
            </a:xfrm>
            <a:custGeom>
              <a:avLst/>
              <a:gdLst/>
              <a:ahLst/>
              <a:cxnLst/>
              <a:rect l="l" t="t" r="r" b="b"/>
              <a:pathLst>
                <a:path w="61341" h="16573" extrusionOk="0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54" name="Google Shape;254;p7"/>
          <p:cNvSpPr/>
          <p:nvPr/>
        </p:nvSpPr>
        <p:spPr>
          <a:xfrm>
            <a:off x="2990700" y="458620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1085700" y="487195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4895700" y="4516032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7"/>
          <p:cNvSpPr/>
          <p:nvPr/>
        </p:nvSpPr>
        <p:spPr>
          <a:xfrm rot="8100000">
            <a:off x="8699949" y="432916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E28F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7"/>
          <p:cNvSpPr txBox="1"/>
          <p:nvPr/>
        </p:nvSpPr>
        <p:spPr>
          <a:xfrm>
            <a:off x="2590800" y="3858500"/>
            <a:ext cx="39693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59" name="Google Shape;259;p7"/>
          <p:cNvSpPr txBox="1">
            <a:spLocks noGrp="1"/>
          </p:cNvSpPr>
          <p:nvPr>
            <p:ph type="subTitle" idx="1"/>
          </p:nvPr>
        </p:nvSpPr>
        <p:spPr>
          <a:xfrm>
            <a:off x="2838925" y="632708"/>
            <a:ext cx="3456600" cy="2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28F53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Lora"/>
                <a:ea typeface="Lora"/>
                <a:cs typeface="Lora"/>
                <a:sym typeface="L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Lora"/>
                <a:ea typeface="Lora"/>
                <a:cs typeface="Lora"/>
                <a:sym typeface="L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Lora"/>
                <a:ea typeface="Lora"/>
                <a:cs typeface="Lora"/>
                <a:sym typeface="L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Lora"/>
                <a:ea typeface="Lora"/>
                <a:cs typeface="Lora"/>
                <a:sym typeface="L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Lora"/>
                <a:ea typeface="Lora"/>
                <a:cs typeface="Lora"/>
                <a:sym typeface="L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Lora"/>
                <a:ea typeface="Lora"/>
                <a:cs typeface="Lora"/>
                <a:sym typeface="L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Lora"/>
                <a:ea typeface="Lora"/>
                <a:cs typeface="Lora"/>
                <a:sym typeface="L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260" name="Google Shape;260;p7"/>
          <p:cNvSpPr txBox="1">
            <a:spLocks noGrp="1"/>
          </p:cNvSpPr>
          <p:nvPr>
            <p:ph type="body" idx="2"/>
          </p:nvPr>
        </p:nvSpPr>
        <p:spPr>
          <a:xfrm>
            <a:off x="917250" y="1172200"/>
            <a:ext cx="7316400" cy="242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○"/>
              <a:defRPr sz="1500">
                <a:latin typeface="Lora"/>
                <a:ea typeface="Lora"/>
                <a:cs typeface="Lora"/>
                <a:sym typeface="Lora"/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○"/>
              <a:defRPr sz="1500">
                <a:latin typeface="Lora"/>
                <a:ea typeface="Lora"/>
                <a:cs typeface="Lora"/>
                <a:sym typeface="Lora"/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○"/>
              <a:defRPr sz="1500">
                <a:latin typeface="Lora"/>
                <a:ea typeface="Lora"/>
                <a:cs typeface="Lora"/>
                <a:sym typeface="Lora"/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"/>
          <p:cNvSpPr/>
          <p:nvPr/>
        </p:nvSpPr>
        <p:spPr>
          <a:xfrm>
            <a:off x="-28575" y="4446775"/>
            <a:ext cx="9191625" cy="712478"/>
          </a:xfrm>
          <a:custGeom>
            <a:avLst/>
            <a:gdLst/>
            <a:ahLst/>
            <a:cxnLst/>
            <a:rect l="l" t="t" r="r" b="b"/>
            <a:pathLst>
              <a:path w="367665" h="41339" extrusionOk="0">
                <a:moveTo>
                  <a:pt x="381" y="381"/>
                </a:moveTo>
                <a:lnTo>
                  <a:pt x="16574" y="16383"/>
                </a:lnTo>
                <a:lnTo>
                  <a:pt x="31623" y="7430"/>
                </a:lnTo>
                <a:lnTo>
                  <a:pt x="62484" y="7239"/>
                </a:lnTo>
                <a:lnTo>
                  <a:pt x="77724" y="0"/>
                </a:lnTo>
                <a:lnTo>
                  <a:pt x="92964" y="19622"/>
                </a:lnTo>
                <a:lnTo>
                  <a:pt x="108014" y="30861"/>
                </a:lnTo>
                <a:lnTo>
                  <a:pt x="123063" y="30671"/>
                </a:lnTo>
                <a:lnTo>
                  <a:pt x="139065" y="15050"/>
                </a:lnTo>
                <a:lnTo>
                  <a:pt x="154115" y="11430"/>
                </a:lnTo>
                <a:lnTo>
                  <a:pt x="168783" y="3408"/>
                </a:lnTo>
                <a:lnTo>
                  <a:pt x="184404" y="21527"/>
                </a:lnTo>
                <a:lnTo>
                  <a:pt x="199644" y="22155"/>
                </a:lnTo>
                <a:lnTo>
                  <a:pt x="214694" y="36386"/>
                </a:lnTo>
                <a:lnTo>
                  <a:pt x="230124" y="36386"/>
                </a:lnTo>
                <a:lnTo>
                  <a:pt x="246126" y="29147"/>
                </a:lnTo>
                <a:lnTo>
                  <a:pt x="261176" y="29147"/>
                </a:lnTo>
                <a:lnTo>
                  <a:pt x="275463" y="16574"/>
                </a:lnTo>
                <a:lnTo>
                  <a:pt x="291656" y="24384"/>
                </a:lnTo>
                <a:lnTo>
                  <a:pt x="305943" y="11811"/>
                </a:lnTo>
                <a:lnTo>
                  <a:pt x="336804" y="11621"/>
                </a:lnTo>
                <a:lnTo>
                  <a:pt x="351854" y="16383"/>
                </a:lnTo>
                <a:lnTo>
                  <a:pt x="367665" y="4001"/>
                </a:lnTo>
                <a:lnTo>
                  <a:pt x="367284" y="41339"/>
                </a:lnTo>
                <a:lnTo>
                  <a:pt x="0" y="4133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263" name="Google Shape;263;p8"/>
          <p:cNvSpPr/>
          <p:nvPr/>
        </p:nvSpPr>
        <p:spPr>
          <a:xfrm>
            <a:off x="-28575" y="4578111"/>
            <a:ext cx="9191625" cy="584439"/>
          </a:xfrm>
          <a:custGeom>
            <a:avLst/>
            <a:gdLst/>
            <a:ahLst/>
            <a:cxnLst/>
            <a:rect l="l" t="t" r="r" b="b"/>
            <a:pathLst>
              <a:path w="367665" h="33910" extrusionOk="0">
                <a:moveTo>
                  <a:pt x="381" y="8001"/>
                </a:moveTo>
                <a:lnTo>
                  <a:pt x="16764" y="16266"/>
                </a:lnTo>
                <a:lnTo>
                  <a:pt x="47244" y="16266"/>
                </a:lnTo>
                <a:lnTo>
                  <a:pt x="62484" y="9925"/>
                </a:lnTo>
                <a:lnTo>
                  <a:pt x="77724" y="23434"/>
                </a:lnTo>
                <a:lnTo>
                  <a:pt x="92964" y="23434"/>
                </a:lnTo>
                <a:lnTo>
                  <a:pt x="107442" y="16266"/>
                </a:lnTo>
                <a:lnTo>
                  <a:pt x="122682" y="11855"/>
                </a:lnTo>
                <a:lnTo>
                  <a:pt x="138684" y="11855"/>
                </a:lnTo>
                <a:lnTo>
                  <a:pt x="153924" y="15714"/>
                </a:lnTo>
                <a:lnTo>
                  <a:pt x="168783" y="11028"/>
                </a:lnTo>
                <a:lnTo>
                  <a:pt x="184023" y="18471"/>
                </a:lnTo>
                <a:lnTo>
                  <a:pt x="199644" y="29775"/>
                </a:lnTo>
                <a:lnTo>
                  <a:pt x="214122" y="22055"/>
                </a:lnTo>
                <a:lnTo>
                  <a:pt x="229743" y="22055"/>
                </a:lnTo>
                <a:lnTo>
                  <a:pt x="245364" y="8546"/>
                </a:lnTo>
                <a:lnTo>
                  <a:pt x="260604" y="16266"/>
                </a:lnTo>
                <a:lnTo>
                  <a:pt x="275844" y="16266"/>
                </a:lnTo>
                <a:lnTo>
                  <a:pt x="291084" y="9925"/>
                </a:lnTo>
                <a:lnTo>
                  <a:pt x="321564" y="9925"/>
                </a:lnTo>
                <a:lnTo>
                  <a:pt x="336804" y="23158"/>
                </a:lnTo>
                <a:lnTo>
                  <a:pt x="351282" y="18471"/>
                </a:lnTo>
                <a:lnTo>
                  <a:pt x="367665" y="0"/>
                </a:lnTo>
                <a:lnTo>
                  <a:pt x="367665" y="33910"/>
                </a:lnTo>
                <a:lnTo>
                  <a:pt x="0" y="33910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264" name="Google Shape;264;p8"/>
          <p:cNvSpPr/>
          <p:nvPr/>
        </p:nvSpPr>
        <p:spPr>
          <a:xfrm rot="8100000">
            <a:off x="1847981" y="42529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E28F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8"/>
          <p:cNvSpPr/>
          <p:nvPr/>
        </p:nvSpPr>
        <p:spPr>
          <a:xfrm rot="8100000">
            <a:off x="6038981" y="453681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E28F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8"/>
          <p:cNvSpPr/>
          <p:nvPr/>
        </p:nvSpPr>
        <p:spPr>
          <a:xfrm rot="8100000">
            <a:off x="7181981" y="45701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00CE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7" name="Google Shape;267;p8"/>
          <p:cNvGrpSpPr/>
          <p:nvPr/>
        </p:nvGrpSpPr>
        <p:grpSpPr>
          <a:xfrm>
            <a:off x="-9525" y="4462475"/>
            <a:ext cx="9167825" cy="595300"/>
            <a:chOff x="-9525" y="4462475"/>
            <a:chExt cx="9167825" cy="595300"/>
          </a:xfrm>
        </p:grpSpPr>
        <p:sp>
          <p:nvSpPr>
            <p:cNvPr id="268" name="Google Shape;268;p8"/>
            <p:cNvSpPr/>
            <p:nvPr/>
          </p:nvSpPr>
          <p:spPr>
            <a:xfrm>
              <a:off x="-9525" y="4581525"/>
              <a:ext cx="4205300" cy="476250"/>
            </a:xfrm>
            <a:custGeom>
              <a:avLst/>
              <a:gdLst/>
              <a:ahLst/>
              <a:cxnLst/>
              <a:rect l="l" t="t" r="r" b="b"/>
              <a:pathLst>
                <a:path w="168212" h="19050" extrusionOk="0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9" name="Google Shape;269;p8"/>
            <p:cNvSpPr/>
            <p:nvPr/>
          </p:nvSpPr>
          <p:spPr>
            <a:xfrm>
              <a:off x="4195775" y="4462475"/>
              <a:ext cx="3424225" cy="590550"/>
            </a:xfrm>
            <a:custGeom>
              <a:avLst/>
              <a:gdLst/>
              <a:ahLst/>
              <a:cxnLst/>
              <a:rect l="l" t="t" r="r" b="b"/>
              <a:pathLst>
                <a:path w="136969" h="23622" extrusionOk="0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0" name="Google Shape;270;p8"/>
            <p:cNvSpPr/>
            <p:nvPr/>
          </p:nvSpPr>
          <p:spPr>
            <a:xfrm>
              <a:off x="7624775" y="4472000"/>
              <a:ext cx="1533525" cy="414325"/>
            </a:xfrm>
            <a:custGeom>
              <a:avLst/>
              <a:gdLst/>
              <a:ahLst/>
              <a:cxnLst/>
              <a:rect l="l" t="t" r="r" b="b"/>
              <a:pathLst>
                <a:path w="61341" h="16573" extrusionOk="0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71" name="Google Shape;271;p8"/>
          <p:cNvGrpSpPr/>
          <p:nvPr/>
        </p:nvGrpSpPr>
        <p:grpSpPr>
          <a:xfrm>
            <a:off x="-42837" y="4443488"/>
            <a:ext cx="9229575" cy="642788"/>
            <a:chOff x="-42837" y="4443488"/>
            <a:chExt cx="9229575" cy="642788"/>
          </a:xfrm>
        </p:grpSpPr>
        <p:sp>
          <p:nvSpPr>
            <p:cNvPr id="272" name="Google Shape;272;p8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8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8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8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8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8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8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8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8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8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8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8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8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8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8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8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8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8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8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8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8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8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8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8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8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7" name="Google Shape;297;p8"/>
          <p:cNvSpPr/>
          <p:nvPr/>
        </p:nvSpPr>
        <p:spPr>
          <a:xfrm>
            <a:off x="2990700" y="458620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8"/>
          <p:cNvSpPr/>
          <p:nvPr/>
        </p:nvSpPr>
        <p:spPr>
          <a:xfrm>
            <a:off x="1085700" y="487195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8"/>
          <p:cNvSpPr/>
          <p:nvPr/>
        </p:nvSpPr>
        <p:spPr>
          <a:xfrm>
            <a:off x="4895700" y="4516032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8"/>
          <p:cNvSpPr/>
          <p:nvPr/>
        </p:nvSpPr>
        <p:spPr>
          <a:xfrm rot="8100000">
            <a:off x="8699949" y="432916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E28F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9"/>
          <p:cNvSpPr/>
          <p:nvPr/>
        </p:nvSpPr>
        <p:spPr>
          <a:xfrm>
            <a:off x="-28575" y="4446775"/>
            <a:ext cx="9191625" cy="712478"/>
          </a:xfrm>
          <a:custGeom>
            <a:avLst/>
            <a:gdLst/>
            <a:ahLst/>
            <a:cxnLst/>
            <a:rect l="l" t="t" r="r" b="b"/>
            <a:pathLst>
              <a:path w="367665" h="41339" extrusionOk="0">
                <a:moveTo>
                  <a:pt x="381" y="381"/>
                </a:moveTo>
                <a:lnTo>
                  <a:pt x="16574" y="16383"/>
                </a:lnTo>
                <a:lnTo>
                  <a:pt x="31623" y="7430"/>
                </a:lnTo>
                <a:lnTo>
                  <a:pt x="62484" y="7239"/>
                </a:lnTo>
                <a:lnTo>
                  <a:pt x="77724" y="0"/>
                </a:lnTo>
                <a:lnTo>
                  <a:pt x="92964" y="19622"/>
                </a:lnTo>
                <a:lnTo>
                  <a:pt x="108014" y="30861"/>
                </a:lnTo>
                <a:lnTo>
                  <a:pt x="123063" y="30671"/>
                </a:lnTo>
                <a:lnTo>
                  <a:pt x="139065" y="15050"/>
                </a:lnTo>
                <a:lnTo>
                  <a:pt x="154115" y="11430"/>
                </a:lnTo>
                <a:lnTo>
                  <a:pt x="168783" y="3408"/>
                </a:lnTo>
                <a:lnTo>
                  <a:pt x="184404" y="21527"/>
                </a:lnTo>
                <a:lnTo>
                  <a:pt x="199644" y="22155"/>
                </a:lnTo>
                <a:lnTo>
                  <a:pt x="214694" y="36386"/>
                </a:lnTo>
                <a:lnTo>
                  <a:pt x="230124" y="36386"/>
                </a:lnTo>
                <a:lnTo>
                  <a:pt x="246126" y="29147"/>
                </a:lnTo>
                <a:lnTo>
                  <a:pt x="261176" y="29147"/>
                </a:lnTo>
                <a:lnTo>
                  <a:pt x="275463" y="16574"/>
                </a:lnTo>
                <a:lnTo>
                  <a:pt x="291656" y="24384"/>
                </a:lnTo>
                <a:lnTo>
                  <a:pt x="305943" y="11811"/>
                </a:lnTo>
                <a:lnTo>
                  <a:pt x="336804" y="11621"/>
                </a:lnTo>
                <a:lnTo>
                  <a:pt x="351854" y="16383"/>
                </a:lnTo>
                <a:lnTo>
                  <a:pt x="367665" y="4001"/>
                </a:lnTo>
                <a:lnTo>
                  <a:pt x="367284" y="41339"/>
                </a:lnTo>
                <a:lnTo>
                  <a:pt x="0" y="41339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303" name="Google Shape;303;p9"/>
          <p:cNvSpPr/>
          <p:nvPr/>
        </p:nvSpPr>
        <p:spPr>
          <a:xfrm>
            <a:off x="-28575" y="4578111"/>
            <a:ext cx="9191625" cy="584439"/>
          </a:xfrm>
          <a:custGeom>
            <a:avLst/>
            <a:gdLst/>
            <a:ahLst/>
            <a:cxnLst/>
            <a:rect l="l" t="t" r="r" b="b"/>
            <a:pathLst>
              <a:path w="367665" h="33910" extrusionOk="0">
                <a:moveTo>
                  <a:pt x="381" y="8001"/>
                </a:moveTo>
                <a:lnTo>
                  <a:pt x="16764" y="16266"/>
                </a:lnTo>
                <a:lnTo>
                  <a:pt x="47244" y="16266"/>
                </a:lnTo>
                <a:lnTo>
                  <a:pt x="62484" y="9925"/>
                </a:lnTo>
                <a:lnTo>
                  <a:pt x="77724" y="23434"/>
                </a:lnTo>
                <a:lnTo>
                  <a:pt x="92964" y="23434"/>
                </a:lnTo>
                <a:lnTo>
                  <a:pt x="107442" y="16266"/>
                </a:lnTo>
                <a:lnTo>
                  <a:pt x="122682" y="11855"/>
                </a:lnTo>
                <a:lnTo>
                  <a:pt x="138684" y="11855"/>
                </a:lnTo>
                <a:lnTo>
                  <a:pt x="153924" y="15714"/>
                </a:lnTo>
                <a:lnTo>
                  <a:pt x="168783" y="11028"/>
                </a:lnTo>
                <a:lnTo>
                  <a:pt x="184023" y="18471"/>
                </a:lnTo>
                <a:lnTo>
                  <a:pt x="199644" y="29775"/>
                </a:lnTo>
                <a:lnTo>
                  <a:pt x="214122" y="22055"/>
                </a:lnTo>
                <a:lnTo>
                  <a:pt x="229743" y="22055"/>
                </a:lnTo>
                <a:lnTo>
                  <a:pt x="245364" y="8546"/>
                </a:lnTo>
                <a:lnTo>
                  <a:pt x="260604" y="16266"/>
                </a:lnTo>
                <a:lnTo>
                  <a:pt x="275844" y="16266"/>
                </a:lnTo>
                <a:lnTo>
                  <a:pt x="291084" y="9925"/>
                </a:lnTo>
                <a:lnTo>
                  <a:pt x="321564" y="9925"/>
                </a:lnTo>
                <a:lnTo>
                  <a:pt x="336804" y="23158"/>
                </a:lnTo>
                <a:lnTo>
                  <a:pt x="351282" y="18471"/>
                </a:lnTo>
                <a:lnTo>
                  <a:pt x="367665" y="0"/>
                </a:lnTo>
                <a:lnTo>
                  <a:pt x="367665" y="33910"/>
                </a:lnTo>
                <a:lnTo>
                  <a:pt x="0" y="33910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304" name="Google Shape;304;p9"/>
          <p:cNvSpPr/>
          <p:nvPr/>
        </p:nvSpPr>
        <p:spPr>
          <a:xfrm rot="8100000">
            <a:off x="1847981" y="42529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418B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9"/>
          <p:cNvSpPr/>
          <p:nvPr/>
        </p:nvSpPr>
        <p:spPr>
          <a:xfrm rot="8100000">
            <a:off x="6038981" y="453681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418B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"/>
          <p:cNvSpPr/>
          <p:nvPr/>
        </p:nvSpPr>
        <p:spPr>
          <a:xfrm rot="8100000">
            <a:off x="7181981" y="45701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00CE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7" name="Google Shape;307;p9"/>
          <p:cNvGrpSpPr/>
          <p:nvPr/>
        </p:nvGrpSpPr>
        <p:grpSpPr>
          <a:xfrm>
            <a:off x="-9525" y="4462475"/>
            <a:ext cx="9167825" cy="595300"/>
            <a:chOff x="-9525" y="4462475"/>
            <a:chExt cx="9167825" cy="595300"/>
          </a:xfrm>
        </p:grpSpPr>
        <p:sp>
          <p:nvSpPr>
            <p:cNvPr id="308" name="Google Shape;308;p9"/>
            <p:cNvSpPr/>
            <p:nvPr/>
          </p:nvSpPr>
          <p:spPr>
            <a:xfrm>
              <a:off x="-9525" y="4581525"/>
              <a:ext cx="4205300" cy="476250"/>
            </a:xfrm>
            <a:custGeom>
              <a:avLst/>
              <a:gdLst/>
              <a:ahLst/>
              <a:cxnLst/>
              <a:rect l="l" t="t" r="r" b="b"/>
              <a:pathLst>
                <a:path w="168212" h="19050" extrusionOk="0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09" name="Google Shape;309;p9"/>
            <p:cNvSpPr/>
            <p:nvPr/>
          </p:nvSpPr>
          <p:spPr>
            <a:xfrm>
              <a:off x="4195775" y="4462475"/>
              <a:ext cx="3424225" cy="590550"/>
            </a:xfrm>
            <a:custGeom>
              <a:avLst/>
              <a:gdLst/>
              <a:ahLst/>
              <a:cxnLst/>
              <a:rect l="l" t="t" r="r" b="b"/>
              <a:pathLst>
                <a:path w="136969" h="23622" extrusionOk="0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10" name="Google Shape;310;p9"/>
            <p:cNvSpPr/>
            <p:nvPr/>
          </p:nvSpPr>
          <p:spPr>
            <a:xfrm>
              <a:off x="7624775" y="4472000"/>
              <a:ext cx="1533525" cy="414325"/>
            </a:xfrm>
            <a:custGeom>
              <a:avLst/>
              <a:gdLst/>
              <a:ahLst/>
              <a:cxnLst/>
              <a:rect l="l" t="t" r="r" b="b"/>
              <a:pathLst>
                <a:path w="61341" h="16573" extrusionOk="0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311" name="Google Shape;311;p9"/>
          <p:cNvGrpSpPr/>
          <p:nvPr/>
        </p:nvGrpSpPr>
        <p:grpSpPr>
          <a:xfrm>
            <a:off x="-42837" y="4443488"/>
            <a:ext cx="9229575" cy="642788"/>
            <a:chOff x="-42837" y="4443488"/>
            <a:chExt cx="9229575" cy="642788"/>
          </a:xfrm>
        </p:grpSpPr>
        <p:sp>
          <p:nvSpPr>
            <p:cNvPr id="312" name="Google Shape;312;p9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9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9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9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9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9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9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9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9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9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9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9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9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9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9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9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9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9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9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9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9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9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9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9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9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7" name="Google Shape;337;p9"/>
          <p:cNvSpPr/>
          <p:nvPr/>
        </p:nvSpPr>
        <p:spPr>
          <a:xfrm>
            <a:off x="2990700" y="458620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9"/>
          <p:cNvSpPr/>
          <p:nvPr/>
        </p:nvSpPr>
        <p:spPr>
          <a:xfrm>
            <a:off x="1085700" y="487195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9"/>
          <p:cNvSpPr/>
          <p:nvPr/>
        </p:nvSpPr>
        <p:spPr>
          <a:xfrm>
            <a:off x="4895700" y="4516032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9"/>
          <p:cNvSpPr/>
          <p:nvPr/>
        </p:nvSpPr>
        <p:spPr>
          <a:xfrm rot="8100000">
            <a:off x="8699949" y="432916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AFF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ll graph 2">
  <p:cSld name="BLANK_2_2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0"/>
          <p:cNvSpPr/>
          <p:nvPr/>
        </p:nvSpPr>
        <p:spPr>
          <a:xfrm>
            <a:off x="-20075" y="636775"/>
            <a:ext cx="9203950" cy="4550900"/>
          </a:xfrm>
          <a:custGeom>
            <a:avLst/>
            <a:gdLst/>
            <a:ahLst/>
            <a:cxnLst/>
            <a:rect l="l" t="t" r="r" b="b"/>
            <a:pathLst>
              <a:path w="368158" h="182036" extrusionOk="0">
                <a:moveTo>
                  <a:pt x="41" y="263"/>
                </a:moveTo>
                <a:lnTo>
                  <a:pt x="16234" y="11294"/>
                </a:lnTo>
                <a:lnTo>
                  <a:pt x="31283" y="5122"/>
                </a:lnTo>
                <a:lnTo>
                  <a:pt x="62144" y="4991"/>
                </a:lnTo>
                <a:lnTo>
                  <a:pt x="77384" y="0"/>
                </a:lnTo>
                <a:lnTo>
                  <a:pt x="92624" y="13527"/>
                </a:lnTo>
                <a:lnTo>
                  <a:pt x="107674" y="21276"/>
                </a:lnTo>
                <a:lnTo>
                  <a:pt x="122723" y="21145"/>
                </a:lnTo>
                <a:lnTo>
                  <a:pt x="138725" y="10375"/>
                </a:lnTo>
                <a:lnTo>
                  <a:pt x="153775" y="7880"/>
                </a:lnTo>
                <a:lnTo>
                  <a:pt x="168443" y="2349"/>
                </a:lnTo>
                <a:lnTo>
                  <a:pt x="184064" y="14841"/>
                </a:lnTo>
                <a:lnTo>
                  <a:pt x="199304" y="15274"/>
                </a:lnTo>
                <a:lnTo>
                  <a:pt x="214354" y="25085"/>
                </a:lnTo>
                <a:lnTo>
                  <a:pt x="229784" y="25085"/>
                </a:lnTo>
                <a:lnTo>
                  <a:pt x="245786" y="20094"/>
                </a:lnTo>
                <a:lnTo>
                  <a:pt x="260836" y="20094"/>
                </a:lnTo>
                <a:lnTo>
                  <a:pt x="275123" y="11426"/>
                </a:lnTo>
                <a:lnTo>
                  <a:pt x="291316" y="16810"/>
                </a:lnTo>
                <a:lnTo>
                  <a:pt x="305603" y="8143"/>
                </a:lnTo>
                <a:lnTo>
                  <a:pt x="336464" y="8012"/>
                </a:lnTo>
                <a:lnTo>
                  <a:pt x="351514" y="11294"/>
                </a:lnTo>
                <a:lnTo>
                  <a:pt x="367325" y="2758"/>
                </a:lnTo>
                <a:lnTo>
                  <a:pt x="368158" y="181769"/>
                </a:lnTo>
                <a:lnTo>
                  <a:pt x="0" y="182036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343" name="Google Shape;343;p10"/>
          <p:cNvSpPr/>
          <p:nvPr/>
        </p:nvSpPr>
        <p:spPr>
          <a:xfrm>
            <a:off x="-33475" y="768100"/>
            <a:ext cx="9210650" cy="4406200"/>
          </a:xfrm>
          <a:custGeom>
            <a:avLst/>
            <a:gdLst/>
            <a:ahLst/>
            <a:cxnLst/>
            <a:rect l="l" t="t" r="r" b="b"/>
            <a:pathLst>
              <a:path w="368426" h="176248" extrusionOk="0">
                <a:moveTo>
                  <a:pt x="577" y="5516"/>
                </a:moveTo>
                <a:lnTo>
                  <a:pt x="16960" y="11214"/>
                </a:lnTo>
                <a:lnTo>
                  <a:pt x="47440" y="11214"/>
                </a:lnTo>
                <a:lnTo>
                  <a:pt x="62680" y="6843"/>
                </a:lnTo>
                <a:lnTo>
                  <a:pt x="77920" y="16156"/>
                </a:lnTo>
                <a:lnTo>
                  <a:pt x="93160" y="16156"/>
                </a:lnTo>
                <a:lnTo>
                  <a:pt x="107638" y="11214"/>
                </a:lnTo>
                <a:lnTo>
                  <a:pt x="122878" y="8173"/>
                </a:lnTo>
                <a:lnTo>
                  <a:pt x="138880" y="8173"/>
                </a:lnTo>
                <a:lnTo>
                  <a:pt x="154120" y="10834"/>
                </a:lnTo>
                <a:lnTo>
                  <a:pt x="168979" y="7603"/>
                </a:lnTo>
                <a:lnTo>
                  <a:pt x="184219" y="12734"/>
                </a:lnTo>
                <a:lnTo>
                  <a:pt x="199840" y="20527"/>
                </a:lnTo>
                <a:lnTo>
                  <a:pt x="214318" y="15205"/>
                </a:lnTo>
                <a:lnTo>
                  <a:pt x="229939" y="15205"/>
                </a:lnTo>
                <a:lnTo>
                  <a:pt x="245560" y="5892"/>
                </a:lnTo>
                <a:lnTo>
                  <a:pt x="260800" y="11214"/>
                </a:lnTo>
                <a:lnTo>
                  <a:pt x="276040" y="11214"/>
                </a:lnTo>
                <a:lnTo>
                  <a:pt x="291280" y="6843"/>
                </a:lnTo>
                <a:lnTo>
                  <a:pt x="321760" y="6843"/>
                </a:lnTo>
                <a:lnTo>
                  <a:pt x="337000" y="15966"/>
                </a:lnTo>
                <a:lnTo>
                  <a:pt x="351478" y="12734"/>
                </a:lnTo>
                <a:lnTo>
                  <a:pt x="367861" y="0"/>
                </a:lnTo>
                <a:lnTo>
                  <a:pt x="368426" y="176248"/>
                </a:lnTo>
                <a:lnTo>
                  <a:pt x="0" y="176248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344" name="Google Shape;344;p10"/>
          <p:cNvSpPr/>
          <p:nvPr/>
        </p:nvSpPr>
        <p:spPr>
          <a:xfrm rot="8100000">
            <a:off x="1847981" y="442969"/>
            <a:ext cx="122612" cy="122612"/>
          </a:xfrm>
          <a:prstGeom prst="teardrop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0"/>
          <p:cNvSpPr/>
          <p:nvPr/>
        </p:nvSpPr>
        <p:spPr>
          <a:xfrm rot="8100000">
            <a:off x="6038981" y="72681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0"/>
          <p:cNvSpPr/>
          <p:nvPr/>
        </p:nvSpPr>
        <p:spPr>
          <a:xfrm rot="8100000">
            <a:off x="7181981" y="7601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00CE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7" name="Google Shape;347;p10"/>
          <p:cNvGrpSpPr/>
          <p:nvPr/>
        </p:nvGrpSpPr>
        <p:grpSpPr>
          <a:xfrm>
            <a:off x="-9525" y="652475"/>
            <a:ext cx="9167825" cy="595300"/>
            <a:chOff x="-9525" y="4462475"/>
            <a:chExt cx="9167825" cy="595300"/>
          </a:xfrm>
        </p:grpSpPr>
        <p:sp>
          <p:nvSpPr>
            <p:cNvPr id="348" name="Google Shape;348;p10"/>
            <p:cNvSpPr/>
            <p:nvPr/>
          </p:nvSpPr>
          <p:spPr>
            <a:xfrm>
              <a:off x="-9525" y="4581525"/>
              <a:ext cx="4205300" cy="476250"/>
            </a:xfrm>
            <a:custGeom>
              <a:avLst/>
              <a:gdLst/>
              <a:ahLst/>
              <a:cxnLst/>
              <a:rect l="l" t="t" r="r" b="b"/>
              <a:pathLst>
                <a:path w="168212" h="19050" extrusionOk="0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9" name="Google Shape;349;p10"/>
            <p:cNvSpPr/>
            <p:nvPr/>
          </p:nvSpPr>
          <p:spPr>
            <a:xfrm>
              <a:off x="4195775" y="4462475"/>
              <a:ext cx="3424225" cy="590550"/>
            </a:xfrm>
            <a:custGeom>
              <a:avLst/>
              <a:gdLst/>
              <a:ahLst/>
              <a:cxnLst/>
              <a:rect l="l" t="t" r="r" b="b"/>
              <a:pathLst>
                <a:path w="136969" h="23622" extrusionOk="0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0" name="Google Shape;350;p10"/>
            <p:cNvSpPr/>
            <p:nvPr/>
          </p:nvSpPr>
          <p:spPr>
            <a:xfrm>
              <a:off x="7624775" y="4472000"/>
              <a:ext cx="1533525" cy="414325"/>
            </a:xfrm>
            <a:custGeom>
              <a:avLst/>
              <a:gdLst/>
              <a:ahLst/>
              <a:cxnLst/>
              <a:rect l="l" t="t" r="r" b="b"/>
              <a:pathLst>
                <a:path w="61341" h="16573" extrusionOk="0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351" name="Google Shape;351;p10"/>
          <p:cNvGrpSpPr/>
          <p:nvPr/>
        </p:nvGrpSpPr>
        <p:grpSpPr>
          <a:xfrm>
            <a:off x="-42837" y="633488"/>
            <a:ext cx="9229575" cy="642788"/>
            <a:chOff x="-42837" y="4443488"/>
            <a:chExt cx="9229575" cy="642788"/>
          </a:xfrm>
        </p:grpSpPr>
        <p:sp>
          <p:nvSpPr>
            <p:cNvPr id="352" name="Google Shape;352;p10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0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0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0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0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0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0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0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0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0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0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0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0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0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0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0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0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0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0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0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0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0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0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0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0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7" name="Google Shape;377;p10"/>
          <p:cNvSpPr/>
          <p:nvPr/>
        </p:nvSpPr>
        <p:spPr>
          <a:xfrm>
            <a:off x="2990700" y="77620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0"/>
          <p:cNvSpPr/>
          <p:nvPr/>
        </p:nvSpPr>
        <p:spPr>
          <a:xfrm>
            <a:off x="1085700" y="106195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0"/>
          <p:cNvSpPr/>
          <p:nvPr/>
        </p:nvSpPr>
        <p:spPr>
          <a:xfrm>
            <a:off x="4895700" y="706032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0"/>
          <p:cNvSpPr/>
          <p:nvPr/>
        </p:nvSpPr>
        <p:spPr>
          <a:xfrm rot="8100000">
            <a:off x="8699949" y="51916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0"/>
          <p:cNvSpPr txBox="1">
            <a:spLocks noGrp="1"/>
          </p:cNvSpPr>
          <p:nvPr>
            <p:ph type="subTitle" idx="1"/>
          </p:nvPr>
        </p:nvSpPr>
        <p:spPr>
          <a:xfrm>
            <a:off x="2298300" y="652513"/>
            <a:ext cx="4547100" cy="595200"/>
          </a:xfrm>
          <a:prstGeom prst="rect">
            <a:avLst/>
          </a:prstGeom>
          <a:solidFill>
            <a:schemeClr val="lt1"/>
          </a:solidFill>
          <a:ln w="76200" cap="flat" cmpd="sng">
            <a:solidFill>
              <a:srgbClr val="418B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ll graph 1">
  <p:cSld name="BLANK_2_1"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1"/>
          <p:cNvSpPr/>
          <p:nvPr/>
        </p:nvSpPr>
        <p:spPr>
          <a:xfrm>
            <a:off x="-20075" y="636775"/>
            <a:ext cx="9203950" cy="4550900"/>
          </a:xfrm>
          <a:custGeom>
            <a:avLst/>
            <a:gdLst/>
            <a:ahLst/>
            <a:cxnLst/>
            <a:rect l="l" t="t" r="r" b="b"/>
            <a:pathLst>
              <a:path w="368158" h="182036" extrusionOk="0">
                <a:moveTo>
                  <a:pt x="41" y="263"/>
                </a:moveTo>
                <a:lnTo>
                  <a:pt x="16234" y="11294"/>
                </a:lnTo>
                <a:lnTo>
                  <a:pt x="31283" y="5122"/>
                </a:lnTo>
                <a:lnTo>
                  <a:pt x="62144" y="4991"/>
                </a:lnTo>
                <a:lnTo>
                  <a:pt x="77384" y="0"/>
                </a:lnTo>
                <a:lnTo>
                  <a:pt x="92624" y="13527"/>
                </a:lnTo>
                <a:lnTo>
                  <a:pt x="107674" y="21276"/>
                </a:lnTo>
                <a:lnTo>
                  <a:pt x="122723" y="21145"/>
                </a:lnTo>
                <a:lnTo>
                  <a:pt x="138725" y="10375"/>
                </a:lnTo>
                <a:lnTo>
                  <a:pt x="153775" y="7880"/>
                </a:lnTo>
                <a:lnTo>
                  <a:pt x="168443" y="2349"/>
                </a:lnTo>
                <a:lnTo>
                  <a:pt x="184064" y="14841"/>
                </a:lnTo>
                <a:lnTo>
                  <a:pt x="199304" y="15274"/>
                </a:lnTo>
                <a:lnTo>
                  <a:pt x="214354" y="25085"/>
                </a:lnTo>
                <a:lnTo>
                  <a:pt x="229784" y="25085"/>
                </a:lnTo>
                <a:lnTo>
                  <a:pt x="245786" y="20094"/>
                </a:lnTo>
                <a:lnTo>
                  <a:pt x="260836" y="20094"/>
                </a:lnTo>
                <a:lnTo>
                  <a:pt x="275123" y="11426"/>
                </a:lnTo>
                <a:lnTo>
                  <a:pt x="291316" y="16810"/>
                </a:lnTo>
                <a:lnTo>
                  <a:pt x="305603" y="8143"/>
                </a:lnTo>
                <a:lnTo>
                  <a:pt x="336464" y="8012"/>
                </a:lnTo>
                <a:lnTo>
                  <a:pt x="351514" y="11294"/>
                </a:lnTo>
                <a:lnTo>
                  <a:pt x="367325" y="2758"/>
                </a:lnTo>
                <a:lnTo>
                  <a:pt x="368158" y="181769"/>
                </a:lnTo>
                <a:lnTo>
                  <a:pt x="0" y="182036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384" name="Google Shape;384;p11"/>
          <p:cNvSpPr/>
          <p:nvPr/>
        </p:nvSpPr>
        <p:spPr>
          <a:xfrm>
            <a:off x="-33475" y="768100"/>
            <a:ext cx="9210650" cy="4406200"/>
          </a:xfrm>
          <a:custGeom>
            <a:avLst/>
            <a:gdLst/>
            <a:ahLst/>
            <a:cxnLst/>
            <a:rect l="l" t="t" r="r" b="b"/>
            <a:pathLst>
              <a:path w="368426" h="176248" extrusionOk="0">
                <a:moveTo>
                  <a:pt x="577" y="5516"/>
                </a:moveTo>
                <a:lnTo>
                  <a:pt x="16960" y="11214"/>
                </a:lnTo>
                <a:lnTo>
                  <a:pt x="47440" y="11214"/>
                </a:lnTo>
                <a:lnTo>
                  <a:pt x="62680" y="6843"/>
                </a:lnTo>
                <a:lnTo>
                  <a:pt x="77920" y="16156"/>
                </a:lnTo>
                <a:lnTo>
                  <a:pt x="93160" y="16156"/>
                </a:lnTo>
                <a:lnTo>
                  <a:pt x="107638" y="11214"/>
                </a:lnTo>
                <a:lnTo>
                  <a:pt x="122878" y="8173"/>
                </a:lnTo>
                <a:lnTo>
                  <a:pt x="138880" y="8173"/>
                </a:lnTo>
                <a:lnTo>
                  <a:pt x="154120" y="10834"/>
                </a:lnTo>
                <a:lnTo>
                  <a:pt x="168979" y="7603"/>
                </a:lnTo>
                <a:lnTo>
                  <a:pt x="184219" y="12734"/>
                </a:lnTo>
                <a:lnTo>
                  <a:pt x="199840" y="20527"/>
                </a:lnTo>
                <a:lnTo>
                  <a:pt x="214318" y="15205"/>
                </a:lnTo>
                <a:lnTo>
                  <a:pt x="229939" y="15205"/>
                </a:lnTo>
                <a:lnTo>
                  <a:pt x="245560" y="5892"/>
                </a:lnTo>
                <a:lnTo>
                  <a:pt x="260800" y="11214"/>
                </a:lnTo>
                <a:lnTo>
                  <a:pt x="276040" y="11214"/>
                </a:lnTo>
                <a:lnTo>
                  <a:pt x="291280" y="6843"/>
                </a:lnTo>
                <a:lnTo>
                  <a:pt x="321760" y="6843"/>
                </a:lnTo>
                <a:lnTo>
                  <a:pt x="337000" y="15966"/>
                </a:lnTo>
                <a:lnTo>
                  <a:pt x="351478" y="12734"/>
                </a:lnTo>
                <a:lnTo>
                  <a:pt x="367861" y="0"/>
                </a:lnTo>
                <a:lnTo>
                  <a:pt x="368426" y="176248"/>
                </a:lnTo>
                <a:lnTo>
                  <a:pt x="0" y="176248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385" name="Google Shape;385;p11"/>
          <p:cNvSpPr/>
          <p:nvPr/>
        </p:nvSpPr>
        <p:spPr>
          <a:xfrm rot="8100000">
            <a:off x="1847981" y="442969"/>
            <a:ext cx="122612" cy="122612"/>
          </a:xfrm>
          <a:prstGeom prst="teardrop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11"/>
          <p:cNvSpPr/>
          <p:nvPr/>
        </p:nvSpPr>
        <p:spPr>
          <a:xfrm rot="8100000">
            <a:off x="6038981" y="72681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1"/>
          <p:cNvSpPr/>
          <p:nvPr/>
        </p:nvSpPr>
        <p:spPr>
          <a:xfrm rot="8100000">
            <a:off x="7181981" y="7601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00CE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8" name="Google Shape;388;p11"/>
          <p:cNvGrpSpPr/>
          <p:nvPr/>
        </p:nvGrpSpPr>
        <p:grpSpPr>
          <a:xfrm>
            <a:off x="-9525" y="652475"/>
            <a:ext cx="9167825" cy="595300"/>
            <a:chOff x="-9525" y="4462475"/>
            <a:chExt cx="9167825" cy="595300"/>
          </a:xfrm>
        </p:grpSpPr>
        <p:sp>
          <p:nvSpPr>
            <p:cNvPr id="389" name="Google Shape;389;p11"/>
            <p:cNvSpPr/>
            <p:nvPr/>
          </p:nvSpPr>
          <p:spPr>
            <a:xfrm>
              <a:off x="-9525" y="4581525"/>
              <a:ext cx="4205300" cy="476250"/>
            </a:xfrm>
            <a:custGeom>
              <a:avLst/>
              <a:gdLst/>
              <a:ahLst/>
              <a:cxnLst/>
              <a:rect l="l" t="t" r="r" b="b"/>
              <a:pathLst>
                <a:path w="168212" h="19050" extrusionOk="0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0" name="Google Shape;390;p11"/>
            <p:cNvSpPr/>
            <p:nvPr/>
          </p:nvSpPr>
          <p:spPr>
            <a:xfrm>
              <a:off x="4195775" y="4462475"/>
              <a:ext cx="3424225" cy="590550"/>
            </a:xfrm>
            <a:custGeom>
              <a:avLst/>
              <a:gdLst/>
              <a:ahLst/>
              <a:cxnLst/>
              <a:rect l="l" t="t" r="r" b="b"/>
              <a:pathLst>
                <a:path w="136969" h="23622" extrusionOk="0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1" name="Google Shape;391;p11"/>
            <p:cNvSpPr/>
            <p:nvPr/>
          </p:nvSpPr>
          <p:spPr>
            <a:xfrm>
              <a:off x="7624775" y="4472000"/>
              <a:ext cx="1533525" cy="414325"/>
            </a:xfrm>
            <a:custGeom>
              <a:avLst/>
              <a:gdLst/>
              <a:ahLst/>
              <a:cxnLst/>
              <a:rect l="l" t="t" r="r" b="b"/>
              <a:pathLst>
                <a:path w="61341" h="16573" extrusionOk="0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392" name="Google Shape;392;p11"/>
          <p:cNvGrpSpPr/>
          <p:nvPr/>
        </p:nvGrpSpPr>
        <p:grpSpPr>
          <a:xfrm>
            <a:off x="-42837" y="633488"/>
            <a:ext cx="9229575" cy="642788"/>
            <a:chOff x="-42837" y="4443488"/>
            <a:chExt cx="9229575" cy="642788"/>
          </a:xfrm>
        </p:grpSpPr>
        <p:sp>
          <p:nvSpPr>
            <p:cNvPr id="393" name="Google Shape;393;p11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1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1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1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1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1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1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1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1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1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1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1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1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1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1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1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1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1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1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1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1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1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1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1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1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8" name="Google Shape;418;p11"/>
          <p:cNvSpPr/>
          <p:nvPr/>
        </p:nvSpPr>
        <p:spPr>
          <a:xfrm>
            <a:off x="2990700" y="77620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11"/>
          <p:cNvSpPr/>
          <p:nvPr/>
        </p:nvSpPr>
        <p:spPr>
          <a:xfrm>
            <a:off x="1085700" y="106195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11"/>
          <p:cNvSpPr/>
          <p:nvPr/>
        </p:nvSpPr>
        <p:spPr>
          <a:xfrm>
            <a:off x="4895700" y="706032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1"/>
          <p:cNvSpPr/>
          <p:nvPr/>
        </p:nvSpPr>
        <p:spPr>
          <a:xfrm rot="8100000">
            <a:off x="8699949" y="51916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11"/>
          <p:cNvSpPr txBox="1">
            <a:spLocks noGrp="1"/>
          </p:cNvSpPr>
          <p:nvPr>
            <p:ph type="title"/>
          </p:nvPr>
        </p:nvSpPr>
        <p:spPr>
          <a:xfrm>
            <a:off x="2530188" y="2286875"/>
            <a:ext cx="4088400" cy="125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ly blank">
  <p:cSld name="BLANK_1"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 1">
  <p:cSld name="TITLE_AND_TWO_COLUMNS_1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3"/>
          <p:cNvSpPr txBox="1">
            <a:spLocks noGrp="1"/>
          </p:cNvSpPr>
          <p:nvPr>
            <p:ph type="title"/>
          </p:nvPr>
        </p:nvSpPr>
        <p:spPr>
          <a:xfrm>
            <a:off x="1144750" y="433225"/>
            <a:ext cx="6996600" cy="71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18B9A"/>
              </a:buClr>
              <a:buSzPts val="2000"/>
              <a:buNone/>
              <a:defRPr>
                <a:solidFill>
                  <a:srgbClr val="418B9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26" name="Google Shape;426;p13"/>
          <p:cNvSpPr/>
          <p:nvPr/>
        </p:nvSpPr>
        <p:spPr>
          <a:xfrm>
            <a:off x="-28575" y="4446775"/>
            <a:ext cx="9191625" cy="712478"/>
          </a:xfrm>
          <a:custGeom>
            <a:avLst/>
            <a:gdLst/>
            <a:ahLst/>
            <a:cxnLst/>
            <a:rect l="l" t="t" r="r" b="b"/>
            <a:pathLst>
              <a:path w="367665" h="41339" extrusionOk="0">
                <a:moveTo>
                  <a:pt x="381" y="381"/>
                </a:moveTo>
                <a:lnTo>
                  <a:pt x="16574" y="16383"/>
                </a:lnTo>
                <a:lnTo>
                  <a:pt x="31623" y="7430"/>
                </a:lnTo>
                <a:lnTo>
                  <a:pt x="62484" y="7239"/>
                </a:lnTo>
                <a:lnTo>
                  <a:pt x="77724" y="0"/>
                </a:lnTo>
                <a:lnTo>
                  <a:pt x="92964" y="19622"/>
                </a:lnTo>
                <a:lnTo>
                  <a:pt x="108014" y="30861"/>
                </a:lnTo>
                <a:lnTo>
                  <a:pt x="123063" y="30671"/>
                </a:lnTo>
                <a:lnTo>
                  <a:pt x="139065" y="15050"/>
                </a:lnTo>
                <a:lnTo>
                  <a:pt x="154115" y="11430"/>
                </a:lnTo>
                <a:lnTo>
                  <a:pt x="168783" y="3408"/>
                </a:lnTo>
                <a:lnTo>
                  <a:pt x="184404" y="21527"/>
                </a:lnTo>
                <a:lnTo>
                  <a:pt x="199644" y="22155"/>
                </a:lnTo>
                <a:lnTo>
                  <a:pt x="214694" y="36386"/>
                </a:lnTo>
                <a:lnTo>
                  <a:pt x="230124" y="36386"/>
                </a:lnTo>
                <a:lnTo>
                  <a:pt x="246126" y="29147"/>
                </a:lnTo>
                <a:lnTo>
                  <a:pt x="261176" y="29147"/>
                </a:lnTo>
                <a:lnTo>
                  <a:pt x="275463" y="16574"/>
                </a:lnTo>
                <a:lnTo>
                  <a:pt x="291656" y="24384"/>
                </a:lnTo>
                <a:lnTo>
                  <a:pt x="305943" y="11811"/>
                </a:lnTo>
                <a:lnTo>
                  <a:pt x="336804" y="11621"/>
                </a:lnTo>
                <a:lnTo>
                  <a:pt x="351854" y="16383"/>
                </a:lnTo>
                <a:lnTo>
                  <a:pt x="367665" y="4001"/>
                </a:lnTo>
                <a:lnTo>
                  <a:pt x="367284" y="41339"/>
                </a:lnTo>
                <a:lnTo>
                  <a:pt x="0" y="4133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427" name="Google Shape;427;p13"/>
          <p:cNvSpPr/>
          <p:nvPr/>
        </p:nvSpPr>
        <p:spPr>
          <a:xfrm>
            <a:off x="-28575" y="4578111"/>
            <a:ext cx="9191625" cy="584439"/>
          </a:xfrm>
          <a:custGeom>
            <a:avLst/>
            <a:gdLst/>
            <a:ahLst/>
            <a:cxnLst/>
            <a:rect l="l" t="t" r="r" b="b"/>
            <a:pathLst>
              <a:path w="367665" h="33910" extrusionOk="0">
                <a:moveTo>
                  <a:pt x="381" y="8001"/>
                </a:moveTo>
                <a:lnTo>
                  <a:pt x="16764" y="16266"/>
                </a:lnTo>
                <a:lnTo>
                  <a:pt x="47244" y="16266"/>
                </a:lnTo>
                <a:lnTo>
                  <a:pt x="62484" y="9925"/>
                </a:lnTo>
                <a:lnTo>
                  <a:pt x="77724" y="23434"/>
                </a:lnTo>
                <a:lnTo>
                  <a:pt x="92964" y="23434"/>
                </a:lnTo>
                <a:lnTo>
                  <a:pt x="107442" y="16266"/>
                </a:lnTo>
                <a:lnTo>
                  <a:pt x="122682" y="11855"/>
                </a:lnTo>
                <a:lnTo>
                  <a:pt x="138684" y="11855"/>
                </a:lnTo>
                <a:lnTo>
                  <a:pt x="153924" y="15714"/>
                </a:lnTo>
                <a:lnTo>
                  <a:pt x="168783" y="11028"/>
                </a:lnTo>
                <a:lnTo>
                  <a:pt x="184023" y="18471"/>
                </a:lnTo>
                <a:lnTo>
                  <a:pt x="199644" y="29775"/>
                </a:lnTo>
                <a:lnTo>
                  <a:pt x="214122" y="22055"/>
                </a:lnTo>
                <a:lnTo>
                  <a:pt x="229743" y="22055"/>
                </a:lnTo>
                <a:lnTo>
                  <a:pt x="245364" y="8546"/>
                </a:lnTo>
                <a:lnTo>
                  <a:pt x="260604" y="16266"/>
                </a:lnTo>
                <a:lnTo>
                  <a:pt x="275844" y="16266"/>
                </a:lnTo>
                <a:lnTo>
                  <a:pt x="291084" y="9925"/>
                </a:lnTo>
                <a:lnTo>
                  <a:pt x="321564" y="9925"/>
                </a:lnTo>
                <a:lnTo>
                  <a:pt x="336804" y="23158"/>
                </a:lnTo>
                <a:lnTo>
                  <a:pt x="351282" y="18471"/>
                </a:lnTo>
                <a:lnTo>
                  <a:pt x="367665" y="0"/>
                </a:lnTo>
                <a:lnTo>
                  <a:pt x="367665" y="33910"/>
                </a:lnTo>
                <a:lnTo>
                  <a:pt x="0" y="33910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428" name="Google Shape;428;p13"/>
          <p:cNvSpPr/>
          <p:nvPr/>
        </p:nvSpPr>
        <p:spPr>
          <a:xfrm rot="8100000">
            <a:off x="1847981" y="42529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E28F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3"/>
          <p:cNvSpPr/>
          <p:nvPr/>
        </p:nvSpPr>
        <p:spPr>
          <a:xfrm rot="8100000">
            <a:off x="6038981" y="453681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E28F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13"/>
          <p:cNvSpPr/>
          <p:nvPr/>
        </p:nvSpPr>
        <p:spPr>
          <a:xfrm rot="8100000">
            <a:off x="7181981" y="45701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418B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1" name="Google Shape;431;p13"/>
          <p:cNvGrpSpPr/>
          <p:nvPr/>
        </p:nvGrpSpPr>
        <p:grpSpPr>
          <a:xfrm>
            <a:off x="-42837" y="4443488"/>
            <a:ext cx="9229575" cy="642788"/>
            <a:chOff x="-42837" y="4443488"/>
            <a:chExt cx="9229575" cy="642788"/>
          </a:xfrm>
        </p:grpSpPr>
        <p:sp>
          <p:nvSpPr>
            <p:cNvPr id="432" name="Google Shape;432;p13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3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3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3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13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13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13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3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3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3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3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3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13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3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13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3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3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3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3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3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3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3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3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3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3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7" name="Google Shape;457;p13"/>
          <p:cNvGrpSpPr/>
          <p:nvPr/>
        </p:nvGrpSpPr>
        <p:grpSpPr>
          <a:xfrm>
            <a:off x="-9525" y="4462475"/>
            <a:ext cx="9167825" cy="595300"/>
            <a:chOff x="-9525" y="4462475"/>
            <a:chExt cx="9167825" cy="595300"/>
          </a:xfrm>
        </p:grpSpPr>
        <p:sp>
          <p:nvSpPr>
            <p:cNvPr id="458" name="Google Shape;458;p13"/>
            <p:cNvSpPr/>
            <p:nvPr/>
          </p:nvSpPr>
          <p:spPr>
            <a:xfrm>
              <a:off x="-9525" y="4581525"/>
              <a:ext cx="4205300" cy="476250"/>
            </a:xfrm>
            <a:custGeom>
              <a:avLst/>
              <a:gdLst/>
              <a:ahLst/>
              <a:cxnLst/>
              <a:rect l="l" t="t" r="r" b="b"/>
              <a:pathLst>
                <a:path w="168212" h="19050" extrusionOk="0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9" name="Google Shape;459;p13"/>
            <p:cNvSpPr/>
            <p:nvPr/>
          </p:nvSpPr>
          <p:spPr>
            <a:xfrm>
              <a:off x="4195775" y="4462475"/>
              <a:ext cx="3424225" cy="590550"/>
            </a:xfrm>
            <a:custGeom>
              <a:avLst/>
              <a:gdLst/>
              <a:ahLst/>
              <a:cxnLst/>
              <a:rect l="l" t="t" r="r" b="b"/>
              <a:pathLst>
                <a:path w="136969" h="23622" extrusionOk="0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60" name="Google Shape;460;p13"/>
            <p:cNvSpPr/>
            <p:nvPr/>
          </p:nvSpPr>
          <p:spPr>
            <a:xfrm>
              <a:off x="7624775" y="4472000"/>
              <a:ext cx="1533525" cy="414325"/>
            </a:xfrm>
            <a:custGeom>
              <a:avLst/>
              <a:gdLst/>
              <a:ahLst/>
              <a:cxnLst/>
              <a:rect l="l" t="t" r="r" b="b"/>
              <a:pathLst>
                <a:path w="61341" h="16573" extrusionOk="0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61" name="Google Shape;461;p13"/>
          <p:cNvSpPr/>
          <p:nvPr/>
        </p:nvSpPr>
        <p:spPr>
          <a:xfrm>
            <a:off x="2990700" y="458620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3"/>
          <p:cNvSpPr/>
          <p:nvPr/>
        </p:nvSpPr>
        <p:spPr>
          <a:xfrm>
            <a:off x="1085700" y="487195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3"/>
          <p:cNvSpPr/>
          <p:nvPr/>
        </p:nvSpPr>
        <p:spPr>
          <a:xfrm>
            <a:off x="4895700" y="4516032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13"/>
          <p:cNvSpPr/>
          <p:nvPr/>
        </p:nvSpPr>
        <p:spPr>
          <a:xfrm rot="8100000">
            <a:off x="8699949" y="432916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E28F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13"/>
          <p:cNvSpPr txBox="1"/>
          <p:nvPr/>
        </p:nvSpPr>
        <p:spPr>
          <a:xfrm>
            <a:off x="2590800" y="3858500"/>
            <a:ext cx="39693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66" name="Google Shape;466;p13"/>
          <p:cNvSpPr txBox="1">
            <a:spLocks noGrp="1"/>
          </p:cNvSpPr>
          <p:nvPr>
            <p:ph type="subTitle" idx="1"/>
          </p:nvPr>
        </p:nvSpPr>
        <p:spPr>
          <a:xfrm>
            <a:off x="2914750" y="846600"/>
            <a:ext cx="3456600" cy="38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28F5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1">
  <p:cSld name="TITLE_1_2">
    <p:bg>
      <p:bgPr>
        <a:solidFill>
          <a:schemeClr val="lt1"/>
        </a:solidFill>
        <a:effectLst/>
      </p:bgPr>
    </p:bg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4"/>
          <p:cNvSpPr/>
          <p:nvPr/>
        </p:nvSpPr>
        <p:spPr>
          <a:xfrm>
            <a:off x="-26725" y="3532375"/>
            <a:ext cx="9210650" cy="1302680"/>
          </a:xfrm>
          <a:custGeom>
            <a:avLst/>
            <a:gdLst/>
            <a:ahLst/>
            <a:cxnLst/>
            <a:rect l="l" t="t" r="r" b="b"/>
            <a:pathLst>
              <a:path w="368426" h="126905" extrusionOk="0">
                <a:moveTo>
                  <a:pt x="309" y="263"/>
                </a:moveTo>
                <a:lnTo>
                  <a:pt x="16502" y="11294"/>
                </a:lnTo>
                <a:lnTo>
                  <a:pt x="31551" y="5122"/>
                </a:lnTo>
                <a:lnTo>
                  <a:pt x="62412" y="4991"/>
                </a:lnTo>
                <a:lnTo>
                  <a:pt x="77652" y="0"/>
                </a:lnTo>
                <a:lnTo>
                  <a:pt x="92892" y="13527"/>
                </a:lnTo>
                <a:lnTo>
                  <a:pt x="107942" y="21276"/>
                </a:lnTo>
                <a:lnTo>
                  <a:pt x="122991" y="21145"/>
                </a:lnTo>
                <a:lnTo>
                  <a:pt x="138993" y="10375"/>
                </a:lnTo>
                <a:lnTo>
                  <a:pt x="154043" y="7880"/>
                </a:lnTo>
                <a:lnTo>
                  <a:pt x="168711" y="2349"/>
                </a:lnTo>
                <a:lnTo>
                  <a:pt x="184332" y="14841"/>
                </a:lnTo>
                <a:lnTo>
                  <a:pt x="199572" y="15274"/>
                </a:lnTo>
                <a:lnTo>
                  <a:pt x="214622" y="25085"/>
                </a:lnTo>
                <a:lnTo>
                  <a:pt x="230052" y="25085"/>
                </a:lnTo>
                <a:lnTo>
                  <a:pt x="246054" y="20094"/>
                </a:lnTo>
                <a:lnTo>
                  <a:pt x="261104" y="20094"/>
                </a:lnTo>
                <a:lnTo>
                  <a:pt x="275391" y="11426"/>
                </a:lnTo>
                <a:lnTo>
                  <a:pt x="291584" y="16810"/>
                </a:lnTo>
                <a:lnTo>
                  <a:pt x="305871" y="8143"/>
                </a:lnTo>
                <a:lnTo>
                  <a:pt x="336732" y="8012"/>
                </a:lnTo>
                <a:lnTo>
                  <a:pt x="351782" y="11294"/>
                </a:lnTo>
                <a:lnTo>
                  <a:pt x="367593" y="2758"/>
                </a:lnTo>
                <a:lnTo>
                  <a:pt x="368426" y="126905"/>
                </a:lnTo>
                <a:lnTo>
                  <a:pt x="0" y="12636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9" name="Google Shape;469;p14"/>
          <p:cNvSpPr/>
          <p:nvPr/>
        </p:nvSpPr>
        <p:spPr>
          <a:xfrm>
            <a:off x="-26725" y="3663700"/>
            <a:ext cx="9210650" cy="1529774"/>
          </a:xfrm>
          <a:custGeom>
            <a:avLst/>
            <a:gdLst/>
            <a:ahLst/>
            <a:cxnLst/>
            <a:rect l="l" t="t" r="r" b="b"/>
            <a:pathLst>
              <a:path w="368426" h="121652" extrusionOk="0">
                <a:moveTo>
                  <a:pt x="309" y="5516"/>
                </a:moveTo>
                <a:lnTo>
                  <a:pt x="16692" y="11214"/>
                </a:lnTo>
                <a:lnTo>
                  <a:pt x="47172" y="11214"/>
                </a:lnTo>
                <a:lnTo>
                  <a:pt x="62412" y="6843"/>
                </a:lnTo>
                <a:lnTo>
                  <a:pt x="77652" y="16156"/>
                </a:lnTo>
                <a:lnTo>
                  <a:pt x="92892" y="16156"/>
                </a:lnTo>
                <a:lnTo>
                  <a:pt x="107370" y="11214"/>
                </a:lnTo>
                <a:lnTo>
                  <a:pt x="122610" y="8173"/>
                </a:lnTo>
                <a:lnTo>
                  <a:pt x="138612" y="8173"/>
                </a:lnTo>
                <a:lnTo>
                  <a:pt x="153852" y="10834"/>
                </a:lnTo>
                <a:lnTo>
                  <a:pt x="168711" y="7603"/>
                </a:lnTo>
                <a:lnTo>
                  <a:pt x="183951" y="12734"/>
                </a:lnTo>
                <a:lnTo>
                  <a:pt x="199572" y="20527"/>
                </a:lnTo>
                <a:lnTo>
                  <a:pt x="214050" y="15205"/>
                </a:lnTo>
                <a:lnTo>
                  <a:pt x="229671" y="15205"/>
                </a:lnTo>
                <a:lnTo>
                  <a:pt x="245292" y="5892"/>
                </a:lnTo>
                <a:lnTo>
                  <a:pt x="260532" y="11214"/>
                </a:lnTo>
                <a:lnTo>
                  <a:pt x="275772" y="11214"/>
                </a:lnTo>
                <a:lnTo>
                  <a:pt x="291012" y="6843"/>
                </a:lnTo>
                <a:lnTo>
                  <a:pt x="321492" y="6843"/>
                </a:lnTo>
                <a:lnTo>
                  <a:pt x="336732" y="15966"/>
                </a:lnTo>
                <a:lnTo>
                  <a:pt x="351210" y="12734"/>
                </a:lnTo>
                <a:lnTo>
                  <a:pt x="367593" y="0"/>
                </a:lnTo>
                <a:lnTo>
                  <a:pt x="368426" y="121652"/>
                </a:lnTo>
                <a:lnTo>
                  <a:pt x="0" y="121652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0" name="Google Shape;470;p14"/>
          <p:cNvSpPr/>
          <p:nvPr/>
        </p:nvSpPr>
        <p:spPr>
          <a:xfrm rot="8100000">
            <a:off x="1875856" y="3381094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E691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14"/>
          <p:cNvSpPr/>
          <p:nvPr/>
        </p:nvSpPr>
        <p:spPr>
          <a:xfrm rot="8100000">
            <a:off x="6047081" y="3578244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E691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2" name="Google Shape;472;p14"/>
          <p:cNvGrpSpPr/>
          <p:nvPr/>
        </p:nvGrpSpPr>
        <p:grpSpPr>
          <a:xfrm>
            <a:off x="-5312" y="3629038"/>
            <a:ext cx="9167825" cy="595300"/>
            <a:chOff x="-9525" y="4462475"/>
            <a:chExt cx="9167825" cy="595300"/>
          </a:xfrm>
        </p:grpSpPr>
        <p:sp>
          <p:nvSpPr>
            <p:cNvPr id="473" name="Google Shape;473;p14"/>
            <p:cNvSpPr/>
            <p:nvPr/>
          </p:nvSpPr>
          <p:spPr>
            <a:xfrm>
              <a:off x="-9525" y="4581525"/>
              <a:ext cx="4205300" cy="476250"/>
            </a:xfrm>
            <a:custGeom>
              <a:avLst/>
              <a:gdLst/>
              <a:ahLst/>
              <a:cxnLst/>
              <a:rect l="l" t="t" r="r" b="b"/>
              <a:pathLst>
                <a:path w="168212" h="19050" extrusionOk="0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4" name="Google Shape;474;p14"/>
            <p:cNvSpPr/>
            <p:nvPr/>
          </p:nvSpPr>
          <p:spPr>
            <a:xfrm>
              <a:off x="4195775" y="4462475"/>
              <a:ext cx="3424225" cy="590550"/>
            </a:xfrm>
            <a:custGeom>
              <a:avLst/>
              <a:gdLst/>
              <a:ahLst/>
              <a:cxnLst/>
              <a:rect l="l" t="t" r="r" b="b"/>
              <a:pathLst>
                <a:path w="136969" h="23622" extrusionOk="0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5" name="Google Shape;475;p14"/>
            <p:cNvSpPr/>
            <p:nvPr/>
          </p:nvSpPr>
          <p:spPr>
            <a:xfrm>
              <a:off x="7624775" y="4472000"/>
              <a:ext cx="1533525" cy="414325"/>
            </a:xfrm>
            <a:custGeom>
              <a:avLst/>
              <a:gdLst/>
              <a:ahLst/>
              <a:cxnLst/>
              <a:rect l="l" t="t" r="r" b="b"/>
              <a:pathLst>
                <a:path w="61341" h="16573" extrusionOk="0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6" name="Google Shape;476;p14"/>
          <p:cNvGrpSpPr/>
          <p:nvPr/>
        </p:nvGrpSpPr>
        <p:grpSpPr>
          <a:xfrm>
            <a:off x="-42787" y="3605288"/>
            <a:ext cx="9229575" cy="642788"/>
            <a:chOff x="-42837" y="4443488"/>
            <a:chExt cx="9229575" cy="642788"/>
          </a:xfrm>
        </p:grpSpPr>
        <p:sp>
          <p:nvSpPr>
            <p:cNvPr id="477" name="Google Shape;477;p14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14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14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14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14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14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14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14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4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14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14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14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4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14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14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14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14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14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4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4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14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4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4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14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14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2" name="Google Shape;502;p14"/>
          <p:cNvSpPr/>
          <p:nvPr/>
        </p:nvSpPr>
        <p:spPr>
          <a:xfrm>
            <a:off x="2990700" y="374800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14"/>
          <p:cNvSpPr/>
          <p:nvPr/>
        </p:nvSpPr>
        <p:spPr>
          <a:xfrm>
            <a:off x="1085700" y="403375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14"/>
          <p:cNvSpPr/>
          <p:nvPr/>
        </p:nvSpPr>
        <p:spPr>
          <a:xfrm>
            <a:off x="4895700" y="3677832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14"/>
          <p:cNvSpPr/>
          <p:nvPr/>
        </p:nvSpPr>
        <p:spPr>
          <a:xfrm rot="8100000">
            <a:off x="8699949" y="349096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E691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14"/>
          <p:cNvSpPr txBox="1">
            <a:spLocks noGrp="1"/>
          </p:cNvSpPr>
          <p:nvPr>
            <p:ph type="ctrTitle"/>
          </p:nvPr>
        </p:nvSpPr>
        <p:spPr>
          <a:xfrm>
            <a:off x="1850450" y="4033750"/>
            <a:ext cx="56103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_1"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5"/>
          <p:cNvSpPr txBox="1">
            <a:spLocks noGrp="1"/>
          </p:cNvSpPr>
          <p:nvPr>
            <p:ph type="title"/>
          </p:nvPr>
        </p:nvSpPr>
        <p:spPr>
          <a:xfrm>
            <a:off x="1047750" y="634125"/>
            <a:ext cx="6996600" cy="71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18B9A"/>
              </a:buClr>
              <a:buSzPts val="2000"/>
              <a:buNone/>
              <a:defRPr>
                <a:solidFill>
                  <a:srgbClr val="418B9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509" name="Google Shape;509;p15"/>
          <p:cNvSpPr txBox="1">
            <a:spLocks noGrp="1"/>
          </p:cNvSpPr>
          <p:nvPr>
            <p:ph type="body" idx="1"/>
          </p:nvPr>
        </p:nvSpPr>
        <p:spPr>
          <a:xfrm>
            <a:off x="705900" y="1626600"/>
            <a:ext cx="2471700" cy="329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510" name="Google Shape;510;p15"/>
          <p:cNvSpPr txBox="1">
            <a:spLocks noGrp="1"/>
          </p:cNvSpPr>
          <p:nvPr>
            <p:ph type="body" idx="2"/>
          </p:nvPr>
        </p:nvSpPr>
        <p:spPr>
          <a:xfrm>
            <a:off x="3304125" y="1626600"/>
            <a:ext cx="2471700" cy="329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511" name="Google Shape;511;p15"/>
          <p:cNvSpPr txBox="1">
            <a:spLocks noGrp="1"/>
          </p:cNvSpPr>
          <p:nvPr>
            <p:ph type="body" idx="3"/>
          </p:nvPr>
        </p:nvSpPr>
        <p:spPr>
          <a:xfrm>
            <a:off x="5902350" y="1626600"/>
            <a:ext cx="2471700" cy="329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512" name="Google Shape;512;p15"/>
          <p:cNvSpPr/>
          <p:nvPr/>
        </p:nvSpPr>
        <p:spPr>
          <a:xfrm>
            <a:off x="-28575" y="4446775"/>
            <a:ext cx="9191625" cy="712478"/>
          </a:xfrm>
          <a:custGeom>
            <a:avLst/>
            <a:gdLst/>
            <a:ahLst/>
            <a:cxnLst/>
            <a:rect l="l" t="t" r="r" b="b"/>
            <a:pathLst>
              <a:path w="367665" h="41339" extrusionOk="0">
                <a:moveTo>
                  <a:pt x="381" y="381"/>
                </a:moveTo>
                <a:lnTo>
                  <a:pt x="16574" y="16383"/>
                </a:lnTo>
                <a:lnTo>
                  <a:pt x="31623" y="7430"/>
                </a:lnTo>
                <a:lnTo>
                  <a:pt x="62484" y="7239"/>
                </a:lnTo>
                <a:lnTo>
                  <a:pt x="77724" y="0"/>
                </a:lnTo>
                <a:lnTo>
                  <a:pt x="92964" y="19622"/>
                </a:lnTo>
                <a:lnTo>
                  <a:pt x="108014" y="30861"/>
                </a:lnTo>
                <a:lnTo>
                  <a:pt x="123063" y="30671"/>
                </a:lnTo>
                <a:lnTo>
                  <a:pt x="139065" y="15050"/>
                </a:lnTo>
                <a:lnTo>
                  <a:pt x="154115" y="11430"/>
                </a:lnTo>
                <a:lnTo>
                  <a:pt x="168783" y="3408"/>
                </a:lnTo>
                <a:lnTo>
                  <a:pt x="184404" y="21527"/>
                </a:lnTo>
                <a:lnTo>
                  <a:pt x="199644" y="22155"/>
                </a:lnTo>
                <a:lnTo>
                  <a:pt x="214694" y="36386"/>
                </a:lnTo>
                <a:lnTo>
                  <a:pt x="230124" y="36386"/>
                </a:lnTo>
                <a:lnTo>
                  <a:pt x="246126" y="29147"/>
                </a:lnTo>
                <a:lnTo>
                  <a:pt x="261176" y="29147"/>
                </a:lnTo>
                <a:lnTo>
                  <a:pt x="275463" y="16574"/>
                </a:lnTo>
                <a:lnTo>
                  <a:pt x="291656" y="24384"/>
                </a:lnTo>
                <a:lnTo>
                  <a:pt x="305943" y="11811"/>
                </a:lnTo>
                <a:lnTo>
                  <a:pt x="336804" y="11621"/>
                </a:lnTo>
                <a:lnTo>
                  <a:pt x="351854" y="16383"/>
                </a:lnTo>
                <a:lnTo>
                  <a:pt x="367665" y="4001"/>
                </a:lnTo>
                <a:lnTo>
                  <a:pt x="367284" y="41339"/>
                </a:lnTo>
                <a:lnTo>
                  <a:pt x="0" y="4133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513" name="Google Shape;513;p15"/>
          <p:cNvSpPr/>
          <p:nvPr/>
        </p:nvSpPr>
        <p:spPr>
          <a:xfrm>
            <a:off x="-28575" y="4578111"/>
            <a:ext cx="9191625" cy="584439"/>
          </a:xfrm>
          <a:custGeom>
            <a:avLst/>
            <a:gdLst/>
            <a:ahLst/>
            <a:cxnLst/>
            <a:rect l="l" t="t" r="r" b="b"/>
            <a:pathLst>
              <a:path w="367665" h="33910" extrusionOk="0">
                <a:moveTo>
                  <a:pt x="381" y="8001"/>
                </a:moveTo>
                <a:lnTo>
                  <a:pt x="16764" y="16266"/>
                </a:lnTo>
                <a:lnTo>
                  <a:pt x="47244" y="16266"/>
                </a:lnTo>
                <a:lnTo>
                  <a:pt x="62484" y="9925"/>
                </a:lnTo>
                <a:lnTo>
                  <a:pt x="77724" y="23434"/>
                </a:lnTo>
                <a:lnTo>
                  <a:pt x="92964" y="23434"/>
                </a:lnTo>
                <a:lnTo>
                  <a:pt x="107442" y="16266"/>
                </a:lnTo>
                <a:lnTo>
                  <a:pt x="122682" y="11855"/>
                </a:lnTo>
                <a:lnTo>
                  <a:pt x="138684" y="11855"/>
                </a:lnTo>
                <a:lnTo>
                  <a:pt x="153924" y="15714"/>
                </a:lnTo>
                <a:lnTo>
                  <a:pt x="168783" y="11028"/>
                </a:lnTo>
                <a:lnTo>
                  <a:pt x="184023" y="18471"/>
                </a:lnTo>
                <a:lnTo>
                  <a:pt x="199644" y="29775"/>
                </a:lnTo>
                <a:lnTo>
                  <a:pt x="214122" y="22055"/>
                </a:lnTo>
                <a:lnTo>
                  <a:pt x="229743" y="22055"/>
                </a:lnTo>
                <a:lnTo>
                  <a:pt x="245364" y="8546"/>
                </a:lnTo>
                <a:lnTo>
                  <a:pt x="260604" y="16266"/>
                </a:lnTo>
                <a:lnTo>
                  <a:pt x="275844" y="16266"/>
                </a:lnTo>
                <a:lnTo>
                  <a:pt x="291084" y="9925"/>
                </a:lnTo>
                <a:lnTo>
                  <a:pt x="321564" y="9925"/>
                </a:lnTo>
                <a:lnTo>
                  <a:pt x="336804" y="23158"/>
                </a:lnTo>
                <a:lnTo>
                  <a:pt x="351282" y="18471"/>
                </a:lnTo>
                <a:lnTo>
                  <a:pt x="367665" y="0"/>
                </a:lnTo>
                <a:lnTo>
                  <a:pt x="367665" y="33910"/>
                </a:lnTo>
                <a:lnTo>
                  <a:pt x="0" y="33910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514" name="Google Shape;514;p15"/>
          <p:cNvSpPr/>
          <p:nvPr/>
        </p:nvSpPr>
        <p:spPr>
          <a:xfrm rot="8100000">
            <a:off x="1847981" y="42529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E28F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15"/>
          <p:cNvSpPr/>
          <p:nvPr/>
        </p:nvSpPr>
        <p:spPr>
          <a:xfrm rot="8100000">
            <a:off x="6038981" y="453681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E28F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15"/>
          <p:cNvSpPr/>
          <p:nvPr/>
        </p:nvSpPr>
        <p:spPr>
          <a:xfrm rot="8100000">
            <a:off x="7181981" y="45701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00CE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7" name="Google Shape;517;p15"/>
          <p:cNvGrpSpPr/>
          <p:nvPr/>
        </p:nvGrpSpPr>
        <p:grpSpPr>
          <a:xfrm>
            <a:off x="-9525" y="4462475"/>
            <a:ext cx="9167825" cy="595300"/>
            <a:chOff x="-9525" y="4462475"/>
            <a:chExt cx="9167825" cy="595300"/>
          </a:xfrm>
        </p:grpSpPr>
        <p:sp>
          <p:nvSpPr>
            <p:cNvPr id="518" name="Google Shape;518;p15"/>
            <p:cNvSpPr/>
            <p:nvPr/>
          </p:nvSpPr>
          <p:spPr>
            <a:xfrm>
              <a:off x="-9525" y="4581525"/>
              <a:ext cx="4205300" cy="476250"/>
            </a:xfrm>
            <a:custGeom>
              <a:avLst/>
              <a:gdLst/>
              <a:ahLst/>
              <a:cxnLst/>
              <a:rect l="l" t="t" r="r" b="b"/>
              <a:pathLst>
                <a:path w="168212" h="19050" extrusionOk="0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9" name="Google Shape;519;p15"/>
            <p:cNvSpPr/>
            <p:nvPr/>
          </p:nvSpPr>
          <p:spPr>
            <a:xfrm>
              <a:off x="4195775" y="4462475"/>
              <a:ext cx="3424225" cy="590550"/>
            </a:xfrm>
            <a:custGeom>
              <a:avLst/>
              <a:gdLst/>
              <a:ahLst/>
              <a:cxnLst/>
              <a:rect l="l" t="t" r="r" b="b"/>
              <a:pathLst>
                <a:path w="136969" h="23622" extrusionOk="0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0" name="Google Shape;520;p15"/>
            <p:cNvSpPr/>
            <p:nvPr/>
          </p:nvSpPr>
          <p:spPr>
            <a:xfrm>
              <a:off x="7624775" y="4472000"/>
              <a:ext cx="1533525" cy="414325"/>
            </a:xfrm>
            <a:custGeom>
              <a:avLst/>
              <a:gdLst/>
              <a:ahLst/>
              <a:cxnLst/>
              <a:rect l="l" t="t" r="r" b="b"/>
              <a:pathLst>
                <a:path w="61341" h="16573" extrusionOk="0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521" name="Google Shape;521;p15"/>
          <p:cNvGrpSpPr/>
          <p:nvPr/>
        </p:nvGrpSpPr>
        <p:grpSpPr>
          <a:xfrm>
            <a:off x="-42837" y="4443488"/>
            <a:ext cx="9229575" cy="642788"/>
            <a:chOff x="-42837" y="4443488"/>
            <a:chExt cx="9229575" cy="642788"/>
          </a:xfrm>
        </p:grpSpPr>
        <p:sp>
          <p:nvSpPr>
            <p:cNvPr id="522" name="Google Shape;522;p15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5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5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5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5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5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15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5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5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5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5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5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5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5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5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5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5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5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5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5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5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5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5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5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15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7" name="Google Shape;547;p15"/>
          <p:cNvSpPr/>
          <p:nvPr/>
        </p:nvSpPr>
        <p:spPr>
          <a:xfrm>
            <a:off x="2990700" y="458620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15"/>
          <p:cNvSpPr/>
          <p:nvPr/>
        </p:nvSpPr>
        <p:spPr>
          <a:xfrm>
            <a:off x="1085700" y="487195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15"/>
          <p:cNvSpPr/>
          <p:nvPr/>
        </p:nvSpPr>
        <p:spPr>
          <a:xfrm>
            <a:off x="4895700" y="4516032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15"/>
          <p:cNvSpPr/>
          <p:nvPr/>
        </p:nvSpPr>
        <p:spPr>
          <a:xfrm rot="8100000">
            <a:off x="8699949" y="432916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E28F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">
  <p:cSld name="TITLE_2"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53" name="Google Shape;553;p1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54" name="Google Shape;55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47750" y="634125"/>
            <a:ext cx="6996600" cy="7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sz="2000" b="1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sz="2000" b="1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sz="2000" b="1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sz="2000" b="1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sz="2000" b="1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sz="2000" b="1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sz="2000" b="1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sz="2000" b="1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sz="2000" b="1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08575" y="927550"/>
            <a:ext cx="7316400" cy="33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○"/>
              <a:defRPr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○"/>
              <a:defRPr sz="1500">
                <a:latin typeface="Lora"/>
                <a:ea typeface="Lora"/>
                <a:cs typeface="Lora"/>
                <a:sym typeface="Lora"/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○"/>
              <a:defRPr sz="1500">
                <a:latin typeface="Lora"/>
                <a:ea typeface="Lora"/>
                <a:cs typeface="Lora"/>
                <a:sym typeface="Lora"/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CZeN-IgjYCo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cHKPEKkbNhFzBiTXLIxRMwZrflPCsayl#scrollTo=YMgqiTjNuTuz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w3schools.com/python/pandas/pandas_csv.asp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hbctraining.github.io/scRNA-seq/lessons/08_SC_clustering_quality_control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scdiscoveries.com/blog/knowledge/what-is-a-umap-plot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scdiscoveries.com/blog/knowledge/what-is-a-umap-plot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scdiscoveries.com/blog/knowledge/what-is-a-umap-plot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scdiscoveries.com/blog/knowledge/what-is-a-umap-plot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pair-code.github.io/understanding-umap/" TargetMode="External"/><Relationship Id="rId4" Type="http://schemas.openxmlformats.org/officeDocument/2006/relationships/hyperlink" Target="https://www.scdiscoveries.com/blog/knowledge/what-is-a-umap-plot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de/samuelcortinhas/intro-to-pca-t-sne-umap/notebook#t-SNE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colab.research.google.com/drive/1vR-l-7JVYP2gmMAFiKzXenlicMiIXY6x#scrollTo=TP2lZ3mH8jRw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GNg_-EEnwzmG4q7ZJSYMzv8BztqNLwWS?usp=sharing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ellxgene.cziscience.com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9" name="Google Shape;559;p17"/>
          <p:cNvPicPr preferRelativeResize="0"/>
          <p:nvPr/>
        </p:nvPicPr>
        <p:blipFill rotWithShape="1">
          <a:blip r:embed="rId3">
            <a:alphaModFix/>
          </a:blip>
          <a:srcRect t="36385" b="27833"/>
          <a:stretch/>
        </p:blipFill>
        <p:spPr>
          <a:xfrm>
            <a:off x="6420929" y="0"/>
            <a:ext cx="2723075" cy="974325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1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0">
                <a:solidFill>
                  <a:schemeClr val="dk1"/>
                </a:solidFill>
              </a:rPr>
              <a:t>Intro to Bioinformatics</a:t>
            </a:r>
            <a:endParaRPr sz="3000" b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Workshop #2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61" name="Google Shape;561;p17"/>
          <p:cNvSpPr/>
          <p:nvPr/>
        </p:nvSpPr>
        <p:spPr>
          <a:xfrm>
            <a:off x="1537500" y="2571750"/>
            <a:ext cx="6069000" cy="771600"/>
          </a:xfrm>
          <a:prstGeom prst="roundRect">
            <a:avLst>
              <a:gd name="adj" fmla="val 16667"/>
            </a:avLst>
          </a:prstGeom>
          <a:solidFill>
            <a:srgbClr val="418B9A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Introduce yourself to those around you!</a:t>
            </a:r>
            <a:endParaRPr sz="19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What college are in? What classes are you taking?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63" name="Google Shape;563;p17"/>
          <p:cNvSpPr txBox="1"/>
          <p:nvPr/>
        </p:nvSpPr>
        <p:spPr>
          <a:xfrm>
            <a:off x="162625" y="1579725"/>
            <a:ext cx="15525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418B9A"/>
                </a:solidFill>
                <a:latin typeface="Lora"/>
                <a:ea typeface="Lora"/>
                <a:cs typeface="Lora"/>
                <a:sym typeface="Lora"/>
              </a:rPr>
              <a:t>SIGN IN HERE</a:t>
            </a:r>
            <a:endParaRPr sz="1500" b="1">
              <a:solidFill>
                <a:srgbClr val="418B9A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8"/>
          <p:cNvSpPr txBox="1">
            <a:spLocks noGrp="1"/>
          </p:cNvSpPr>
          <p:nvPr>
            <p:ph type="title"/>
          </p:nvPr>
        </p:nvSpPr>
        <p:spPr>
          <a:xfrm>
            <a:off x="1068925" y="329375"/>
            <a:ext cx="69966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Generation Sequencing</a:t>
            </a:r>
            <a:endParaRPr/>
          </a:p>
        </p:txBody>
      </p:sp>
      <p:pic>
        <p:nvPicPr>
          <p:cNvPr id="569" name="Google Shape;569;p18"/>
          <p:cNvPicPr preferRelativeResize="0"/>
          <p:nvPr/>
        </p:nvPicPr>
        <p:blipFill rotWithShape="1">
          <a:blip r:embed="rId3">
            <a:alphaModFix/>
          </a:blip>
          <a:srcRect b="6138"/>
          <a:stretch/>
        </p:blipFill>
        <p:spPr>
          <a:xfrm>
            <a:off x="2022750" y="854675"/>
            <a:ext cx="5098500" cy="334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9"/>
          <p:cNvSpPr txBox="1">
            <a:spLocks noGrp="1"/>
          </p:cNvSpPr>
          <p:nvPr>
            <p:ph type="title"/>
          </p:nvPr>
        </p:nvSpPr>
        <p:spPr>
          <a:xfrm>
            <a:off x="1068925" y="329375"/>
            <a:ext cx="69966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Illumina Sequencing</a:t>
            </a:r>
            <a:endParaRPr/>
          </a:p>
        </p:txBody>
      </p:sp>
      <p:pic>
        <p:nvPicPr>
          <p:cNvPr id="575" name="Google Shape;575;p19" descr="Hey Friends,&#10;&#10;you wanted to know how this incredibly fast sequencing technique of the recent years works? Next Gen Sequencing includes the so called ´Sequencing by Synthesis` and with that procedure it is possible to sequence a human genome in a single day. My explanation here is based on the system developed by Illumina.&#10;&#10;Support me here:&#10;&#10;SUBSCRIBE: https://www.youtube.com/channel/UCLwhUgAMJwi9nEoM1Stjt5A?sub_confirmation=1 &#10;&#10;TWITTER: @HenriksLab https://twitter.com/HenriksLab &#10;&#10;For your interest:&#10;&#10;ILLUMINA Next Gen Sequencing: https://www.youtube.com/watch?v=fCd6B5HRaZ8&#10;Very good animated video on how the Next Gen Seq machines of ILLUMINA work (check it out!)&#10;&#10;Another cool video:&#10;https://www.youtube.com/watch?v=shoje_9IYWc&#10;&#10;Have a good day!&#10;&#10;Cheers,&#10;Henrik" title="Next Generation Sequencing (Illumina) - An Introduction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1163" y="1293295"/>
            <a:ext cx="5161675" cy="290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0"/>
          <p:cNvSpPr txBox="1">
            <a:spLocks noGrp="1"/>
          </p:cNvSpPr>
          <p:nvPr>
            <p:ph type="title"/>
          </p:nvPr>
        </p:nvSpPr>
        <p:spPr>
          <a:xfrm>
            <a:off x="1068925" y="329375"/>
            <a:ext cx="69966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Notable Companies for NGS</a:t>
            </a:r>
            <a:endParaRPr/>
          </a:p>
        </p:txBody>
      </p:sp>
      <p:sp>
        <p:nvSpPr>
          <p:cNvPr id="581" name="Google Shape;581;p20"/>
          <p:cNvSpPr txBox="1">
            <a:spLocks noGrp="1"/>
          </p:cNvSpPr>
          <p:nvPr>
            <p:ph type="body" idx="2"/>
          </p:nvPr>
        </p:nvSpPr>
        <p:spPr>
          <a:xfrm>
            <a:off x="917250" y="1172200"/>
            <a:ext cx="7316400" cy="242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Illumina</a:t>
            </a: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Short Read Data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PacBio</a:t>
            </a: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Long Read Data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Both</a:t>
            </a: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NGS Methods</a:t>
            </a: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Use fluorescent signals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1"/>
          <p:cNvSpPr txBox="1">
            <a:spLocks noGrp="1"/>
          </p:cNvSpPr>
          <p:nvPr>
            <p:ph type="title"/>
          </p:nvPr>
        </p:nvSpPr>
        <p:spPr>
          <a:xfrm>
            <a:off x="1068925" y="329375"/>
            <a:ext cx="69966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to Pandas Dataframe</a:t>
            </a:r>
            <a:endParaRPr/>
          </a:p>
        </p:txBody>
      </p:sp>
      <p:sp>
        <p:nvSpPr>
          <p:cNvPr id="587" name="Google Shape;587;p21"/>
          <p:cNvSpPr txBox="1">
            <a:spLocks noGrp="1"/>
          </p:cNvSpPr>
          <p:nvPr>
            <p:ph type="body" idx="2"/>
          </p:nvPr>
        </p:nvSpPr>
        <p:spPr>
          <a:xfrm>
            <a:off x="917250" y="1172200"/>
            <a:ext cx="7316400" cy="242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hlink"/>
                </a:solidFill>
                <a:hlinkClick r:id="rId3"/>
              </a:rPr>
              <a:t>In Google Colab!</a:t>
            </a:r>
            <a:endParaRPr sz="2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(data.csv found </a:t>
            </a:r>
            <a:r>
              <a:rPr lang="en" sz="1300" u="sng">
                <a:solidFill>
                  <a:schemeClr val="hlink"/>
                </a:solidFill>
                <a:hlinkClick r:id="rId4"/>
              </a:rPr>
              <a:t>here</a:t>
            </a:r>
            <a:r>
              <a:rPr lang="en" sz="1300"/>
              <a:t>)</a:t>
            </a:r>
            <a:endParaRPr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2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UMAP plot?</a:t>
            </a:r>
            <a:endParaRPr/>
          </a:p>
        </p:txBody>
      </p:sp>
      <p:sp>
        <p:nvSpPr>
          <p:cNvPr id="593" name="Google Shape;593;p22"/>
          <p:cNvSpPr txBox="1">
            <a:spLocks noGrp="1"/>
          </p:cNvSpPr>
          <p:nvPr>
            <p:ph type="body" idx="1"/>
          </p:nvPr>
        </p:nvSpPr>
        <p:spPr>
          <a:xfrm>
            <a:off x="5036100" y="1119350"/>
            <a:ext cx="3189000" cy="29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Stands for Uniform Manifold Approximation and Projection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Gold standard way for researchers to visualize single cell data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Takes high dimensional dataset, and reduces it to low dimensional plot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a cluster visualization method, helps researchers identify similarities between cells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94" name="Google Shape;59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475" y="1119350"/>
            <a:ext cx="4172050" cy="3003899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22"/>
          <p:cNvSpPr txBox="1"/>
          <p:nvPr/>
        </p:nvSpPr>
        <p:spPr>
          <a:xfrm>
            <a:off x="0" y="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4"/>
              </a:rPr>
              <a:t>https://hbctraining.github.io/scRNA-seq/lessons/08_SC_clustering_quality_control.html</a:t>
            </a:r>
            <a:r>
              <a:rPr lang="en" sz="10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3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in UMAP algorithm</a:t>
            </a:r>
            <a:endParaRPr/>
          </a:p>
        </p:txBody>
      </p:sp>
      <p:pic>
        <p:nvPicPr>
          <p:cNvPr id="601" name="Google Shape;60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338" y="1251925"/>
            <a:ext cx="8092874" cy="2639650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23"/>
          <p:cNvSpPr/>
          <p:nvPr/>
        </p:nvSpPr>
        <p:spPr>
          <a:xfrm>
            <a:off x="2980925" y="1062775"/>
            <a:ext cx="5843400" cy="2977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03" name="Google Shape;603;p23"/>
          <p:cNvSpPr/>
          <p:nvPr/>
        </p:nvSpPr>
        <p:spPr>
          <a:xfrm>
            <a:off x="2900025" y="2129250"/>
            <a:ext cx="1036200" cy="1363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04" name="Google Shape;604;p23"/>
          <p:cNvSpPr txBox="1"/>
          <p:nvPr/>
        </p:nvSpPr>
        <p:spPr>
          <a:xfrm>
            <a:off x="3425300" y="1373825"/>
            <a:ext cx="4432500" cy="23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Stage 1: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The UMAP algorithm determines the similarities between cells in the original, high-dimensional dataset.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05" name="Google Shape;605;p23"/>
          <p:cNvSpPr txBox="1"/>
          <p:nvPr/>
        </p:nvSpPr>
        <p:spPr>
          <a:xfrm>
            <a:off x="0" y="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4"/>
              </a:rPr>
              <a:t>https://www.scdiscoveries.com/blog/knowledge/what-is-a-umap-plot/</a:t>
            </a:r>
            <a:r>
              <a:rPr lang="en" sz="10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4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in UMAP algorithm</a:t>
            </a:r>
            <a:endParaRPr/>
          </a:p>
        </p:txBody>
      </p:sp>
      <p:pic>
        <p:nvPicPr>
          <p:cNvPr id="611" name="Google Shape;611;p24"/>
          <p:cNvPicPr preferRelativeResize="0"/>
          <p:nvPr/>
        </p:nvPicPr>
        <p:blipFill rotWithShape="1">
          <a:blip r:embed="rId3">
            <a:alphaModFix/>
          </a:blip>
          <a:srcRect l="28759"/>
          <a:stretch/>
        </p:blipFill>
        <p:spPr>
          <a:xfrm>
            <a:off x="125903" y="1185275"/>
            <a:ext cx="5765576" cy="2639650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24"/>
          <p:cNvSpPr txBox="1"/>
          <p:nvPr/>
        </p:nvSpPr>
        <p:spPr>
          <a:xfrm>
            <a:off x="6091475" y="1185275"/>
            <a:ext cx="2710500" cy="23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Stage 2a: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The UMAP algorithm projects the cells as points on a low-dimensional plot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13" name="Google Shape;613;p24"/>
          <p:cNvSpPr/>
          <p:nvPr/>
        </p:nvSpPr>
        <p:spPr>
          <a:xfrm>
            <a:off x="0" y="919825"/>
            <a:ext cx="237000" cy="59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14" name="Google Shape;614;p24"/>
          <p:cNvSpPr txBox="1"/>
          <p:nvPr/>
        </p:nvSpPr>
        <p:spPr>
          <a:xfrm>
            <a:off x="0" y="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4"/>
              </a:rPr>
              <a:t>https://www.scdiscoveries.com/blog/knowledge/what-is-a-umap-plot/</a:t>
            </a:r>
            <a:r>
              <a:rPr lang="en" sz="10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5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in UMAP algorithm</a:t>
            </a:r>
            <a:endParaRPr/>
          </a:p>
        </p:txBody>
      </p:sp>
      <p:pic>
        <p:nvPicPr>
          <p:cNvPr id="620" name="Google Shape;620;p25"/>
          <p:cNvPicPr preferRelativeResize="0"/>
          <p:nvPr/>
        </p:nvPicPr>
        <p:blipFill rotWithShape="1">
          <a:blip r:embed="rId3">
            <a:alphaModFix/>
          </a:blip>
          <a:srcRect l="28759"/>
          <a:stretch/>
        </p:blipFill>
        <p:spPr>
          <a:xfrm>
            <a:off x="125903" y="1185275"/>
            <a:ext cx="5765576" cy="2639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25"/>
          <p:cNvSpPr txBox="1"/>
          <p:nvPr/>
        </p:nvSpPr>
        <p:spPr>
          <a:xfrm>
            <a:off x="6091475" y="1185275"/>
            <a:ext cx="2710500" cy="23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Stage 2b: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The UMAP algorithm then determines the similarities between points in the low-dimensional dataset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22" name="Google Shape;622;p25"/>
          <p:cNvSpPr/>
          <p:nvPr/>
        </p:nvSpPr>
        <p:spPr>
          <a:xfrm>
            <a:off x="0" y="919825"/>
            <a:ext cx="237000" cy="59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23" name="Google Shape;623;p25"/>
          <p:cNvSpPr txBox="1"/>
          <p:nvPr/>
        </p:nvSpPr>
        <p:spPr>
          <a:xfrm>
            <a:off x="0" y="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4"/>
              </a:rPr>
              <a:t>https://www.scdiscoveries.com/blog/knowledge/what-is-a-umap-plot/</a:t>
            </a:r>
            <a:r>
              <a:rPr lang="en" sz="10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6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in UMAP algorithm</a:t>
            </a:r>
            <a:endParaRPr/>
          </a:p>
        </p:txBody>
      </p:sp>
      <p:pic>
        <p:nvPicPr>
          <p:cNvPr id="629" name="Google Shape;629;p26"/>
          <p:cNvPicPr preferRelativeResize="0"/>
          <p:nvPr/>
        </p:nvPicPr>
        <p:blipFill rotWithShape="1">
          <a:blip r:embed="rId3">
            <a:alphaModFix/>
          </a:blip>
          <a:srcRect l="28759"/>
          <a:stretch/>
        </p:blipFill>
        <p:spPr>
          <a:xfrm>
            <a:off x="125903" y="1185275"/>
            <a:ext cx="5765576" cy="2639650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26"/>
          <p:cNvSpPr txBox="1"/>
          <p:nvPr/>
        </p:nvSpPr>
        <p:spPr>
          <a:xfrm>
            <a:off x="6091475" y="1185275"/>
            <a:ext cx="2710500" cy="30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Stage 2c: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The projected points are moved around until the similarities between points in the low-dimensional dataset resemble the similarities between cells in the original dataset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31" name="Google Shape;631;p26"/>
          <p:cNvSpPr/>
          <p:nvPr/>
        </p:nvSpPr>
        <p:spPr>
          <a:xfrm>
            <a:off x="0" y="919825"/>
            <a:ext cx="237000" cy="59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32" name="Google Shape;632;p26"/>
          <p:cNvSpPr txBox="1"/>
          <p:nvPr/>
        </p:nvSpPr>
        <p:spPr>
          <a:xfrm>
            <a:off x="0" y="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4"/>
              </a:rPr>
              <a:t>https://www.scdiscoveries.com/blog/knowledge/what-is-a-umap-plot/</a:t>
            </a:r>
            <a:r>
              <a:rPr lang="en" sz="10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27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UMAP vs. t-SNE</a:t>
            </a:r>
            <a:endParaRPr/>
          </a:p>
        </p:txBody>
      </p:sp>
      <p:pic>
        <p:nvPicPr>
          <p:cNvPr id="638" name="Google Shape;63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3300" y="796150"/>
            <a:ext cx="5577400" cy="35512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27"/>
          <p:cNvSpPr txBox="1"/>
          <p:nvPr/>
        </p:nvSpPr>
        <p:spPr>
          <a:xfrm>
            <a:off x="0" y="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4"/>
              </a:rPr>
              <a:t>https://www.scdiscoveries.com/blog/knowledge/what-is-a-umap-plot/</a:t>
            </a:r>
            <a:r>
              <a:rPr lang="en" sz="10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5"/>
              </a:rPr>
              <a:t>https://pair-code.github.io/understanding-umap/</a:t>
            </a:r>
            <a:r>
              <a:rPr lang="en" sz="10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28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UMAP Demo</a:t>
            </a:r>
            <a:endParaRPr/>
          </a:p>
        </p:txBody>
      </p:sp>
      <p:sp>
        <p:nvSpPr>
          <p:cNvPr id="645" name="Google Shape;645;p28"/>
          <p:cNvSpPr txBox="1">
            <a:spLocks noGrp="1"/>
          </p:cNvSpPr>
          <p:nvPr>
            <p:ph type="body" idx="1"/>
          </p:nvPr>
        </p:nvSpPr>
        <p:spPr>
          <a:xfrm>
            <a:off x="908563" y="1119350"/>
            <a:ext cx="7316400" cy="23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https://www.kaggle.com/code/samuelcortinhas/intro-to-pca-t-sne-umap/notebook#t-SNE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https://colab.research.google.com/drive/1vR-l-7JVYP2gmMAFiKzXenlicMiIXY6x#scrollTo=TP2lZ3mH8jRw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29"/>
          <p:cNvSpPr txBox="1">
            <a:spLocks noGrp="1"/>
          </p:cNvSpPr>
          <p:nvPr>
            <p:ph type="ctrTitle"/>
          </p:nvPr>
        </p:nvSpPr>
        <p:spPr>
          <a:xfrm>
            <a:off x="356000" y="4077875"/>
            <a:ext cx="86586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Differential Analysis</a:t>
            </a:r>
            <a:endParaRPr/>
          </a:p>
        </p:txBody>
      </p:sp>
      <p:pic>
        <p:nvPicPr>
          <p:cNvPr id="651" name="Google Shape;651;p29"/>
          <p:cNvPicPr preferRelativeResize="0"/>
          <p:nvPr/>
        </p:nvPicPr>
        <p:blipFill rotWithShape="1">
          <a:blip r:embed="rId3">
            <a:alphaModFix/>
          </a:blip>
          <a:srcRect b="1078"/>
          <a:stretch/>
        </p:blipFill>
        <p:spPr>
          <a:xfrm>
            <a:off x="356000" y="139925"/>
            <a:ext cx="4273750" cy="475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30"/>
          <p:cNvSpPr txBox="1">
            <a:spLocks noGrp="1"/>
          </p:cNvSpPr>
          <p:nvPr>
            <p:ph type="title"/>
          </p:nvPr>
        </p:nvSpPr>
        <p:spPr>
          <a:xfrm>
            <a:off x="1536550" y="906725"/>
            <a:ext cx="6084000" cy="6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Differential Expression Analysis</a:t>
            </a:r>
            <a:endParaRPr/>
          </a:p>
        </p:txBody>
      </p:sp>
      <p:sp>
        <p:nvSpPr>
          <p:cNvPr id="657" name="Google Shape;657;p30"/>
          <p:cNvSpPr txBox="1">
            <a:spLocks noGrp="1"/>
          </p:cNvSpPr>
          <p:nvPr>
            <p:ph type="body" idx="1"/>
          </p:nvPr>
        </p:nvSpPr>
        <p:spPr>
          <a:xfrm>
            <a:off x="1470300" y="1789175"/>
            <a:ext cx="6203400" cy="276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Notebook</a:t>
            </a:r>
            <a:r>
              <a:rPr lang="en"/>
              <a:t> for manual differential expression analysis.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1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Many tools can make these analysis trivial for those even without computational expertise</a:t>
            </a:r>
            <a:endParaRPr/>
          </a:p>
        </p:txBody>
      </p:sp>
      <p:sp>
        <p:nvSpPr>
          <p:cNvPr id="663" name="Google Shape;663;p31"/>
          <p:cNvSpPr txBox="1">
            <a:spLocks noGrp="1"/>
          </p:cNvSpPr>
          <p:nvPr>
            <p:ph type="body" idx="1"/>
          </p:nvPr>
        </p:nvSpPr>
        <p:spPr>
          <a:xfrm>
            <a:off x="908563" y="1119350"/>
            <a:ext cx="7316400" cy="23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https://cellxgene.cziscience.com/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ince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427</Words>
  <Application>Microsoft Macintosh PowerPoint</Application>
  <PresentationFormat>On-screen Show (16:9)</PresentationFormat>
  <Paragraphs>69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Lora</vt:lpstr>
      <vt:lpstr>Source Sans Pro</vt:lpstr>
      <vt:lpstr>Arial</vt:lpstr>
      <vt:lpstr>Quince template</vt:lpstr>
      <vt:lpstr>Intro to Bioinformatics Workshop #2</vt:lpstr>
      <vt:lpstr>Next Generation Sequencing</vt:lpstr>
      <vt:lpstr>Illumina Sequencing</vt:lpstr>
      <vt:lpstr>Notable Companies for NGS</vt:lpstr>
      <vt:lpstr>Intro to Pandas Dataframe</vt:lpstr>
      <vt:lpstr>What is a UMAP plot?</vt:lpstr>
      <vt:lpstr>Steps in UMAP algorithm</vt:lpstr>
      <vt:lpstr>Steps in UMAP algorithm</vt:lpstr>
      <vt:lpstr>Steps in UMAP algorithm</vt:lpstr>
      <vt:lpstr>Steps in UMAP algorithm</vt:lpstr>
      <vt:lpstr>UMAP vs. t-SNE</vt:lpstr>
      <vt:lpstr>UMAP Demo</vt:lpstr>
      <vt:lpstr>Differential Analysis</vt:lpstr>
      <vt:lpstr>Differential Expression Analysis</vt:lpstr>
      <vt:lpstr>Many tools can make these analysis trivial for those even without computational expertise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Ford, Willard W</cp:lastModifiedBy>
  <cp:revision>1</cp:revision>
  <dcterms:modified xsi:type="dcterms:W3CDTF">2026-02-19T03:42:37Z</dcterms:modified>
</cp:coreProperties>
</file>