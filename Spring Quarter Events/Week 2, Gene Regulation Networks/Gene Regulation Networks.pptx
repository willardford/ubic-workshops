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6858000" cy="9144000"/>
  <p:embeddedFontLst>
    <p:embeddedFont>
      <p:font typeface="Lora"/>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Lora-italic.fntdata"/><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font" Target="fonts/Lora-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Lora-bold.fntdata"/><Relationship Id="rId6" Type="http://schemas.openxmlformats.org/officeDocument/2006/relationships/slide" Target="slides/slide2.xml"/><Relationship Id="rId18" Type="http://schemas.openxmlformats.org/officeDocument/2006/relationships/font" Target="fonts/Lora-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279a82cdb85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279a82cdb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4060496e77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4060496e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Phenotype driven by genes</a:t>
            </a:r>
            <a:endParaRPr sz="1500">
              <a:solidFill>
                <a:schemeClr val="dk1"/>
              </a:solidFill>
              <a:latin typeface="Lora"/>
              <a:ea typeface="Lora"/>
              <a:cs typeface="Lora"/>
              <a:sym typeface="Lora"/>
            </a:endParaRPr>
          </a:p>
          <a:p>
            <a:pPr indent="-323850" lvl="0" marL="457200" rtl="0" algn="l">
              <a:spcBef>
                <a:spcPts val="1000"/>
              </a:spcBef>
              <a:spcAft>
                <a:spcPts val="0"/>
              </a:spcAft>
              <a:buClr>
                <a:schemeClr val="dk1"/>
              </a:buClr>
              <a:buSzPts val="1500"/>
              <a:buFont typeface="Lora"/>
              <a:buChar char="●"/>
            </a:pPr>
            <a:r>
              <a:rPr lang="en" sz="1500">
                <a:solidFill>
                  <a:schemeClr val="dk1"/>
                </a:solidFill>
                <a:latin typeface="Lora"/>
                <a:ea typeface="Lora"/>
                <a:cs typeface="Lora"/>
                <a:sym typeface="Lora"/>
              </a:rPr>
              <a:t>Simple traits (ex. hair color) have simple association</a:t>
            </a:r>
            <a:endParaRPr sz="1500">
              <a:solidFill>
                <a:schemeClr val="dk1"/>
              </a:solidFill>
              <a:latin typeface="Lora"/>
              <a:ea typeface="Lora"/>
              <a:cs typeface="Lora"/>
              <a:sym typeface="Lora"/>
            </a:endParaRPr>
          </a:p>
          <a:p>
            <a:pPr indent="-323850" lvl="1" marL="9144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Mendelian, one gene affects trait</a:t>
            </a:r>
            <a:endParaRPr sz="1500">
              <a:solidFill>
                <a:schemeClr val="dk1"/>
              </a:solidFill>
              <a:latin typeface="Lora"/>
              <a:ea typeface="Lora"/>
              <a:cs typeface="Lora"/>
              <a:sym typeface="Lora"/>
            </a:endParaRPr>
          </a:p>
          <a:p>
            <a:pPr indent="-323850" lvl="0" marL="457200" rtl="0" algn="l">
              <a:spcBef>
                <a:spcPts val="1000"/>
              </a:spcBef>
              <a:spcAft>
                <a:spcPts val="0"/>
              </a:spcAft>
              <a:buClr>
                <a:schemeClr val="dk1"/>
              </a:buClr>
              <a:buSzPts val="1500"/>
              <a:buFont typeface="Lora"/>
              <a:buChar char="●"/>
            </a:pPr>
            <a:r>
              <a:rPr lang="en" sz="1500">
                <a:solidFill>
                  <a:schemeClr val="dk1"/>
                </a:solidFill>
                <a:latin typeface="Lora"/>
                <a:ea typeface="Lora"/>
                <a:cs typeface="Lora"/>
                <a:sym typeface="Lora"/>
              </a:rPr>
              <a:t>Complicated traits can be controlled by multiple traits </a:t>
            </a:r>
            <a:endParaRPr sz="1500">
              <a:solidFill>
                <a:schemeClr val="dk1"/>
              </a:solidFill>
              <a:latin typeface="Lora"/>
              <a:ea typeface="Lora"/>
              <a:cs typeface="Lora"/>
              <a:sym typeface="Lora"/>
            </a:endParaRPr>
          </a:p>
          <a:p>
            <a:pPr indent="-323850" lvl="1" marL="9144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Heart disease controlled by cholesterol metabolism AND vascular health</a:t>
            </a:r>
            <a:endParaRPr sz="1500">
              <a:solidFill>
                <a:schemeClr val="dk1"/>
              </a:solidFill>
              <a:latin typeface="Lora"/>
              <a:ea typeface="Lora"/>
              <a:cs typeface="Lora"/>
              <a:sym typeface="Lora"/>
            </a:endParaRPr>
          </a:p>
          <a:p>
            <a:pPr indent="-323850" lvl="1" marL="9144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“Small effect” loci add up to a “complex trait” </a:t>
            </a:r>
            <a:endParaRPr sz="1500">
              <a:solidFill>
                <a:schemeClr val="dk1"/>
              </a:solidFill>
              <a:latin typeface="Lora"/>
              <a:ea typeface="Lora"/>
              <a:cs typeface="Lora"/>
              <a:sym typeface="Lora"/>
            </a:endParaRPr>
          </a:p>
          <a:p>
            <a:pPr indent="-323850" lvl="0" marL="457200" rtl="0" algn="l">
              <a:spcBef>
                <a:spcPts val="1000"/>
              </a:spcBef>
              <a:spcAft>
                <a:spcPts val="0"/>
              </a:spcAft>
              <a:buClr>
                <a:schemeClr val="dk1"/>
              </a:buClr>
              <a:buSzPts val="1500"/>
              <a:buFont typeface="Lora"/>
              <a:buChar char="●"/>
            </a:pPr>
            <a:r>
              <a:rPr lang="en" sz="1500">
                <a:solidFill>
                  <a:schemeClr val="dk1"/>
                </a:solidFill>
                <a:latin typeface="Lora"/>
                <a:ea typeface="Lora"/>
                <a:cs typeface="Lora"/>
                <a:sym typeface="Lora"/>
              </a:rPr>
              <a:t>Many of these genes are just regulators of gene expression processes</a:t>
            </a:r>
            <a:endParaRPr sz="1500">
              <a:solidFill>
                <a:schemeClr val="dk1"/>
              </a:solidFill>
              <a:latin typeface="Lora"/>
              <a:ea typeface="Lora"/>
              <a:cs typeface="Lora"/>
              <a:sym typeface="Lora"/>
            </a:endParaRPr>
          </a:p>
          <a:p>
            <a:pPr indent="-323850" lvl="0" marL="457200" rtl="0" algn="l">
              <a:spcBef>
                <a:spcPts val="1000"/>
              </a:spcBef>
              <a:spcAft>
                <a:spcPts val="0"/>
              </a:spcAft>
              <a:buClr>
                <a:schemeClr val="dk1"/>
              </a:buClr>
              <a:buSzPts val="1500"/>
              <a:buFont typeface="Lora"/>
              <a:buChar char="●"/>
            </a:pPr>
            <a:r>
              <a:rPr lang="en" sz="1500">
                <a:solidFill>
                  <a:schemeClr val="dk1"/>
                </a:solidFill>
                <a:latin typeface="Lora"/>
                <a:ea typeface="Lora"/>
                <a:cs typeface="Lora"/>
                <a:sym typeface="Lora"/>
              </a:rPr>
              <a:t>Genes that do core functions are generally associated with beneficial traits</a:t>
            </a:r>
            <a:endParaRPr sz="1500">
              <a:solidFill>
                <a:schemeClr val="dk1"/>
              </a:solidFill>
              <a:latin typeface="Lora"/>
              <a:ea typeface="Lora"/>
              <a:cs typeface="Lora"/>
              <a:sym typeface="Lora"/>
            </a:endParaRPr>
          </a:p>
          <a:p>
            <a:pPr indent="0" lvl="0" marL="0" rtl="0" algn="l">
              <a:lnSpc>
                <a:spcPct val="115000"/>
              </a:lnSpc>
              <a:spcBef>
                <a:spcPts val="1000"/>
              </a:spcBef>
              <a:spcAft>
                <a:spcPts val="0"/>
              </a:spcAft>
              <a:buClr>
                <a:schemeClr val="dk1"/>
              </a:buClr>
              <a:buSzPts val="1100"/>
              <a:buFont typeface="Arial"/>
              <a:buNone/>
            </a:pPr>
            <a:r>
              <a:t/>
            </a:r>
            <a:endParaRPr>
              <a:solidFill>
                <a:srgbClr val="222222"/>
              </a:solidFill>
            </a:endParaRPr>
          </a:p>
          <a:p>
            <a:pPr indent="0" lvl="0" marL="0" rtl="0" algn="l">
              <a:lnSpc>
                <a:spcPct val="115000"/>
              </a:lnSpc>
              <a:spcBef>
                <a:spcPts val="0"/>
              </a:spcBef>
              <a:spcAft>
                <a:spcPts val="0"/>
              </a:spcAft>
              <a:buClr>
                <a:schemeClr val="dk1"/>
              </a:buClr>
              <a:buSzPts val="1100"/>
              <a:buFont typeface="Arial"/>
              <a:buNone/>
            </a:pPr>
            <a:r>
              <a:t/>
            </a:r>
            <a:endParaRPr>
              <a:solidFill>
                <a:srgbClr val="222222"/>
              </a:solidFill>
            </a:endParaRPr>
          </a:p>
          <a:p>
            <a:pPr indent="0" lvl="0" marL="0" rtl="0" algn="l">
              <a:lnSpc>
                <a:spcPct val="115000"/>
              </a:lnSpc>
              <a:spcBef>
                <a:spcPts val="0"/>
              </a:spcBef>
              <a:spcAft>
                <a:spcPts val="0"/>
              </a:spcAft>
              <a:buClr>
                <a:schemeClr val="dk1"/>
              </a:buClr>
              <a:buSzPts val="1100"/>
              <a:buFont typeface="Arial"/>
              <a:buNone/>
            </a:pPr>
            <a:r>
              <a:rPr lang="en">
                <a:solidFill>
                  <a:srgbClr val="222222"/>
                </a:solidFill>
              </a:rPr>
              <a:t>Biological context:</a:t>
            </a:r>
            <a:endParaRPr>
              <a:solidFill>
                <a:srgbClr val="222222"/>
              </a:solidFill>
            </a:endParaRPr>
          </a:p>
          <a:p>
            <a:pPr indent="0" lvl="0" marL="0" rtl="0" algn="l">
              <a:lnSpc>
                <a:spcPct val="115000"/>
              </a:lnSpc>
              <a:spcBef>
                <a:spcPts val="0"/>
              </a:spcBef>
              <a:spcAft>
                <a:spcPts val="0"/>
              </a:spcAft>
              <a:buNone/>
            </a:pPr>
            <a:r>
              <a:rPr lang="en">
                <a:solidFill>
                  <a:srgbClr val="222222"/>
                </a:solidFill>
              </a:rPr>
              <a:t>Any phenotype is driven by genes. Classically, this is often seen as the presence of working or not working copies (Mendelian genetics). When we look at populations and correlate genomic variations to simple traits like hair color, we can identify loci that are highly associated. Some other traits that may be simply associated are certain cancers that occur with the loss of function of a small number of loci. On the other hand, phenotypes such as heart disease susceptibility might be controlled by multiple underlying independent traits like cholesterol metabolism or vascular health, making it a disease regulated by what is considered multiple “small effect” loci that add up to the manifesting of a “complex trait”. This has driven people in popgen to work on engineering increasingly niche reporter traits of these more complex traits to try and genetically dissect the big thing of interest. What’s happened is that people are able to circle off similar sets of genes, but not all of them are enzymes that do metabolic functions. Instead, many of these genes in the bag are regulators of gene expression processes like transcription and translation. Transcription is much better studied between the two due to the existence of microarray and RNA-seq technologies. </a:t>
            </a:r>
            <a:endParaRPr>
              <a:solidFill>
                <a:srgbClr val="222222"/>
              </a:solidFill>
            </a:endParaRPr>
          </a:p>
          <a:p>
            <a:pPr indent="0" lvl="0" marL="0" rtl="0" algn="l">
              <a:lnSpc>
                <a:spcPct val="115000"/>
              </a:lnSpc>
              <a:spcBef>
                <a:spcPts val="0"/>
              </a:spcBef>
              <a:spcAft>
                <a:spcPts val="0"/>
              </a:spcAft>
              <a:buClr>
                <a:schemeClr val="dk1"/>
              </a:buClr>
              <a:buSzPts val="1100"/>
              <a:buFont typeface="Arial"/>
              <a:buNone/>
            </a:pPr>
            <a:r>
              <a:rPr lang="en">
                <a:solidFill>
                  <a:srgbClr val="222222"/>
                </a:solidFill>
              </a:rPr>
              <a:t>Refresher graphic on gene structure and regulatory mechanisms:</a:t>
            </a:r>
            <a:endParaRPr sz="1500">
              <a:solidFill>
                <a:schemeClr val="dk1"/>
              </a:solidFill>
              <a:latin typeface="Lora"/>
              <a:ea typeface="Lora"/>
              <a:cs typeface="Lora"/>
              <a:sym typeface="Lora"/>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
              <a:t>Declarative titles</a:t>
            </a:r>
            <a:endParaRPr/>
          </a:p>
          <a:p>
            <a:pPr indent="-317500" lvl="0" marL="457200" rtl="0" algn="l">
              <a:spcBef>
                <a:spcPts val="0"/>
              </a:spcBef>
              <a:spcAft>
                <a:spcPts val="0"/>
              </a:spcAft>
              <a:buSzPts val="1400"/>
              <a:buAutoNum type="arabicPeriod"/>
            </a:pPr>
            <a:r>
              <a:rPr lang="en"/>
              <a:t>Mostly figures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4060496e77_0_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4060496e7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Genetically modifying genes that do core functions would not be beneficial</a:t>
            </a:r>
            <a:endParaRPr sz="1500">
              <a:solidFill>
                <a:schemeClr val="dk1"/>
              </a:solidFill>
              <a:latin typeface="Lora"/>
              <a:ea typeface="Lora"/>
              <a:cs typeface="Lora"/>
              <a:sym typeface="Lora"/>
            </a:endParaRPr>
          </a:p>
          <a:p>
            <a:pPr indent="-323850" lvl="0" marL="457200" rtl="0" algn="l">
              <a:spcBef>
                <a:spcPts val="1000"/>
              </a:spcBef>
              <a:spcAft>
                <a:spcPts val="0"/>
              </a:spcAft>
              <a:buClr>
                <a:schemeClr val="dk1"/>
              </a:buClr>
              <a:buSzPts val="1500"/>
              <a:buFont typeface="Lora"/>
              <a:buChar char="●"/>
            </a:pPr>
            <a:r>
              <a:rPr lang="en" sz="1500">
                <a:solidFill>
                  <a:schemeClr val="dk1"/>
                </a:solidFill>
                <a:latin typeface="Lora"/>
                <a:ea typeface="Lora"/>
                <a:cs typeface="Lora"/>
                <a:sym typeface="Lora"/>
              </a:rPr>
              <a:t>Instead prioritize genetically modifying regulatory genes</a:t>
            </a:r>
            <a:endParaRPr sz="1500">
              <a:solidFill>
                <a:schemeClr val="dk1"/>
              </a:solidFill>
              <a:latin typeface="Lora"/>
              <a:ea typeface="Lora"/>
              <a:cs typeface="Lora"/>
              <a:sym typeface="Lora"/>
            </a:endParaRPr>
          </a:p>
          <a:p>
            <a:pPr indent="-323850" lvl="0" marL="457200" rtl="0" algn="l">
              <a:spcBef>
                <a:spcPts val="1000"/>
              </a:spcBef>
              <a:spcAft>
                <a:spcPts val="0"/>
              </a:spcAft>
              <a:buClr>
                <a:schemeClr val="dk1"/>
              </a:buClr>
              <a:buSzPts val="1500"/>
              <a:buFont typeface="Lora"/>
              <a:buChar char="●"/>
            </a:pPr>
            <a:r>
              <a:rPr lang="en" sz="1500">
                <a:solidFill>
                  <a:schemeClr val="dk1"/>
                </a:solidFill>
                <a:latin typeface="Lora"/>
                <a:ea typeface="Lora"/>
                <a:cs typeface="Lora"/>
                <a:sym typeface="Lora"/>
              </a:rPr>
              <a:t>Look at the “master regulator” (transcription factor)</a:t>
            </a:r>
            <a:endParaRPr sz="1500">
              <a:solidFill>
                <a:schemeClr val="dk1"/>
              </a:solidFill>
              <a:latin typeface="Lora"/>
              <a:ea typeface="Lora"/>
              <a:cs typeface="Lora"/>
              <a:sym typeface="Lora"/>
            </a:endParaRPr>
          </a:p>
          <a:p>
            <a:pPr indent="-323850" lvl="1" marL="9144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Looking at one gene (ex. a protein) won’t impact productivity, instead, look at the “master regulator”</a:t>
            </a:r>
            <a:endParaRPr sz="15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a:solidFill>
                <a:srgbClr val="222222"/>
              </a:solidFill>
            </a:endParaRPr>
          </a:p>
          <a:p>
            <a:pPr indent="0" lvl="0" marL="0" rtl="0" algn="l">
              <a:lnSpc>
                <a:spcPct val="115000"/>
              </a:lnSpc>
              <a:spcBef>
                <a:spcPts val="0"/>
              </a:spcBef>
              <a:spcAft>
                <a:spcPts val="0"/>
              </a:spcAft>
              <a:buNone/>
            </a:pPr>
            <a:r>
              <a:t/>
            </a:r>
            <a:endParaRPr>
              <a:solidFill>
                <a:srgbClr val="222222"/>
              </a:solidFill>
            </a:endParaRPr>
          </a:p>
          <a:p>
            <a:pPr indent="0" lvl="0" marL="0" rtl="0" algn="l">
              <a:lnSpc>
                <a:spcPct val="115000"/>
              </a:lnSpc>
              <a:spcBef>
                <a:spcPts val="0"/>
              </a:spcBef>
              <a:spcAft>
                <a:spcPts val="0"/>
              </a:spcAft>
              <a:buNone/>
            </a:pPr>
            <a:r>
              <a:rPr lang="en">
                <a:solidFill>
                  <a:srgbClr val="222222"/>
                </a:solidFill>
              </a:rPr>
              <a:t>Another real-world purpose: In plant biology/agriculture legislation, knocking out a gene (CRISPR targeted) is not considered “Genetic Modification” because there’s no foreign genetic material introduced. Genes that do core functions are going to deeply associated with beneficial traits, things like nutrient uptake and photosynthesis enzymes. Doing genetic modifications to these will usually not help us to make better plants. With our bag of associated genes to a trait of interest, how do we prioritize the one for genetic engineering? (We pick the one regulating all the other genes) Picture dialing up one photosynthesis enzyme won’t do much to improve plant productivity without also dialing up all the other biological pathways, so we have to look for the gene that is the “master regulator” (aka transcription factor). With the scheme pictured, how might one use our next generation sequencing to find this answer? I’ll first talk about gene expression (RNA-seq)</a:t>
            </a:r>
            <a:endParaRPr>
              <a:solidFill>
                <a:srgbClr val="222222"/>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Repressor binds to operator, stopping transcription. Metabolite interferes with repressor, allowing transcription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323850" lvl="0" marL="4572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Get data</a:t>
            </a:r>
            <a:endParaRPr sz="1500">
              <a:solidFill>
                <a:schemeClr val="dk1"/>
              </a:solidFill>
              <a:latin typeface="Lora"/>
              <a:ea typeface="Lora"/>
              <a:cs typeface="Lora"/>
              <a:sym typeface="Lora"/>
            </a:endParaRPr>
          </a:p>
          <a:p>
            <a:pPr indent="-323850" lvl="0" marL="457200" rtl="0" algn="l">
              <a:spcBef>
                <a:spcPts val="1000"/>
              </a:spcBef>
              <a:spcAft>
                <a:spcPts val="0"/>
              </a:spcAft>
              <a:buClr>
                <a:schemeClr val="dk1"/>
              </a:buClr>
              <a:buSzPts val="1500"/>
              <a:buFont typeface="Lora"/>
              <a:buChar char="●"/>
            </a:pPr>
            <a:r>
              <a:rPr lang="en" sz="1500">
                <a:solidFill>
                  <a:schemeClr val="dk1"/>
                </a:solidFill>
                <a:latin typeface="Lora"/>
                <a:ea typeface="Lora"/>
                <a:cs typeface="Lora"/>
                <a:sym typeface="Lora"/>
              </a:rPr>
              <a:t>Filter data to set of interesting genes (or not!)</a:t>
            </a:r>
            <a:endParaRPr sz="1500">
              <a:solidFill>
                <a:schemeClr val="dk1"/>
              </a:solidFill>
              <a:latin typeface="Lora"/>
              <a:ea typeface="Lora"/>
              <a:cs typeface="Lora"/>
              <a:sym typeface="Lora"/>
            </a:endParaRPr>
          </a:p>
          <a:p>
            <a:pPr indent="-323850" lvl="0" marL="457200" rtl="0" algn="l">
              <a:spcBef>
                <a:spcPts val="1000"/>
              </a:spcBef>
              <a:spcAft>
                <a:spcPts val="0"/>
              </a:spcAft>
              <a:buClr>
                <a:schemeClr val="dk1"/>
              </a:buClr>
              <a:buSzPts val="1500"/>
              <a:buFont typeface="Lora"/>
              <a:buChar char="●"/>
            </a:pPr>
            <a:r>
              <a:rPr lang="en" sz="1500">
                <a:solidFill>
                  <a:schemeClr val="dk1"/>
                </a:solidFill>
                <a:latin typeface="Lora"/>
                <a:ea typeface="Lora"/>
                <a:cs typeface="Lora"/>
                <a:sym typeface="Lora"/>
              </a:rPr>
              <a:t>Run analysis</a:t>
            </a:r>
            <a:endParaRPr sz="1500">
              <a:solidFill>
                <a:schemeClr val="dk1"/>
              </a:solidFill>
              <a:latin typeface="Lora"/>
              <a:ea typeface="Lora"/>
              <a:cs typeface="Lora"/>
              <a:sym typeface="Lora"/>
            </a:endParaRPr>
          </a:p>
          <a:p>
            <a:pPr indent="-323850" lvl="1" marL="9144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Correlation between genes</a:t>
            </a:r>
            <a:endParaRPr sz="1500">
              <a:solidFill>
                <a:schemeClr val="dk1"/>
              </a:solidFill>
              <a:latin typeface="Lora"/>
              <a:ea typeface="Lora"/>
              <a:cs typeface="Lora"/>
              <a:sym typeface="Lora"/>
            </a:endParaRPr>
          </a:p>
          <a:p>
            <a:pPr indent="-323850" lvl="1" marL="9144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Tools: GENIE3, Random Forest, XGBoost, CatBoost </a:t>
            </a:r>
            <a:endParaRPr sz="15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Correlation between genes to find the master regulator, one gene would be regulating the transcription factors and thus the other genes. So finding the master regulator can, in the long run, help predict the genotype of certain traits.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49782c0830_1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49782c083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49782c0830_2_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49782c0830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222222"/>
                </a:solidFill>
                <a:highlight>
                  <a:schemeClr val="lt1"/>
                </a:highlight>
              </a:rPr>
              <a:t>Another popular method is high correlation between (A) and (B). This is implemented by the highly cited and used package “WGCNA”. Notably “correlation” can be calculated in numerous ways and there’s different reasons to pick the correlation metric based on the distribution of your genes of interest, but that’s pretty deep nuance. Linear Pearson’s correlation coefficient is standard.</a:t>
            </a:r>
            <a:endParaRPr>
              <a:solidFill>
                <a:srgbClr val="222222"/>
              </a:solidFill>
              <a:highlight>
                <a:schemeClr val="lt1"/>
              </a:highlight>
            </a:endParaRPr>
          </a:p>
          <a:p>
            <a:pPr indent="0" lvl="0" marL="0" rtl="0" algn="l">
              <a:spcBef>
                <a:spcPts val="0"/>
              </a:spcBef>
              <a:spcAft>
                <a:spcPts val="0"/>
              </a:spcAft>
              <a:buClr>
                <a:schemeClr val="dk1"/>
              </a:buClr>
              <a:buSzPts val="1100"/>
              <a:buFont typeface="Arial"/>
              <a:buNone/>
            </a:pPr>
            <a:r>
              <a:t/>
            </a:r>
            <a:endParaRPr>
              <a:solidFill>
                <a:srgbClr val="222222"/>
              </a:solidFill>
              <a:highlight>
                <a:schemeClr val="lt1"/>
              </a:highlight>
            </a:endParaRPr>
          </a:p>
          <a:p>
            <a:pPr indent="0" lvl="0" marL="457200" rtl="0" algn="l">
              <a:spcBef>
                <a:spcPts val="0"/>
              </a:spcBef>
              <a:spcAft>
                <a:spcPts val="0"/>
              </a:spcAft>
              <a:buClr>
                <a:schemeClr val="dk1"/>
              </a:buClr>
              <a:buSzPts val="1100"/>
              <a:buFont typeface="Arial"/>
              <a:buNone/>
            </a:pPr>
            <a:r>
              <a:t/>
            </a:r>
            <a:endParaRPr>
              <a:solidFill>
                <a:srgbClr val="222222"/>
              </a:solidFill>
              <a:highlight>
                <a:schemeClr val="lt1"/>
              </a:highlight>
            </a:endParaRPr>
          </a:p>
          <a:p>
            <a:pPr indent="0" lvl="0" marL="0" rtl="0" algn="l">
              <a:spcBef>
                <a:spcPts val="0"/>
              </a:spcBef>
              <a:spcAft>
                <a:spcPts val="0"/>
              </a:spcAft>
              <a:buClr>
                <a:schemeClr val="dk1"/>
              </a:buClr>
              <a:buSzPts val="1100"/>
              <a:buFont typeface="Arial"/>
              <a:buNone/>
            </a:pPr>
            <a:r>
              <a:t/>
            </a:r>
            <a:endParaRPr>
              <a:solidFill>
                <a:srgbClr val="222222"/>
              </a:solidFill>
              <a:highlight>
                <a:schemeClr val="lt1"/>
              </a:highlight>
            </a:endParaRPr>
          </a:p>
          <a:p>
            <a:pPr indent="0" lvl="0" marL="0" rtl="0" algn="l">
              <a:spcBef>
                <a:spcPts val="0"/>
              </a:spcBef>
              <a:spcAft>
                <a:spcPts val="0"/>
              </a:spcAft>
              <a:buClr>
                <a:schemeClr val="dk1"/>
              </a:buClr>
              <a:buSzPts val="1100"/>
              <a:buFont typeface="Arial"/>
              <a:buNone/>
            </a:pPr>
            <a:r>
              <a:t/>
            </a:r>
            <a:endParaRPr>
              <a:solidFill>
                <a:srgbClr val="222222"/>
              </a:solidFill>
              <a:highlight>
                <a:schemeClr val="lt1"/>
              </a:highlight>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4825703dff_0_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4825703df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Lora"/>
              <a:buChar char="●"/>
            </a:pPr>
            <a:r>
              <a:rPr b="1" lang="en" sz="1500">
                <a:solidFill>
                  <a:schemeClr val="dk1"/>
                </a:solidFill>
                <a:latin typeface="Lora"/>
                <a:ea typeface="Lora"/>
                <a:cs typeface="Lora"/>
                <a:sym typeface="Lora"/>
              </a:rPr>
              <a:t>Probability </a:t>
            </a:r>
            <a:r>
              <a:rPr lang="en" sz="1500">
                <a:solidFill>
                  <a:schemeClr val="dk1"/>
                </a:solidFill>
                <a:latin typeface="Lora"/>
                <a:ea typeface="Lora"/>
                <a:cs typeface="Lora"/>
                <a:sym typeface="Lora"/>
              </a:rPr>
              <a:t>is the likelihood of an event to occur</a:t>
            </a:r>
            <a:endParaRPr sz="1500">
              <a:solidFill>
                <a:schemeClr val="dk1"/>
              </a:solidFill>
              <a:latin typeface="Lora"/>
              <a:ea typeface="Lora"/>
              <a:cs typeface="Lora"/>
              <a:sym typeface="Lora"/>
            </a:endParaRPr>
          </a:p>
          <a:p>
            <a:pPr indent="-323850" lvl="1" marL="9144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favorable outcome / total outcomes</a:t>
            </a:r>
            <a:endParaRPr sz="1500">
              <a:solidFill>
                <a:schemeClr val="dk1"/>
              </a:solidFill>
              <a:latin typeface="Lora"/>
              <a:ea typeface="Lora"/>
              <a:cs typeface="Lora"/>
              <a:sym typeface="Lora"/>
            </a:endParaRPr>
          </a:p>
          <a:p>
            <a:pPr indent="-323850" lvl="0" marL="457200" rtl="0" algn="l">
              <a:spcBef>
                <a:spcPts val="0"/>
              </a:spcBef>
              <a:spcAft>
                <a:spcPts val="0"/>
              </a:spcAft>
              <a:buClr>
                <a:schemeClr val="dk1"/>
              </a:buClr>
              <a:buSzPts val="1500"/>
              <a:buFont typeface="Lora"/>
              <a:buChar char="●"/>
            </a:pPr>
            <a:r>
              <a:rPr b="1" lang="en" sz="1500">
                <a:solidFill>
                  <a:schemeClr val="dk1"/>
                </a:solidFill>
                <a:latin typeface="Lora"/>
                <a:ea typeface="Lora"/>
                <a:cs typeface="Lora"/>
                <a:sym typeface="Lora"/>
              </a:rPr>
              <a:t>Conditional probability </a:t>
            </a:r>
            <a:r>
              <a:rPr lang="en" sz="1500">
                <a:solidFill>
                  <a:schemeClr val="dk1"/>
                </a:solidFill>
                <a:latin typeface="Lora"/>
                <a:ea typeface="Lora"/>
                <a:cs typeface="Lora"/>
                <a:sym typeface="Lora"/>
              </a:rPr>
              <a:t>is the likelihood of an event occurring given another event</a:t>
            </a:r>
            <a:endParaRPr sz="1500">
              <a:solidFill>
                <a:schemeClr val="dk1"/>
              </a:solidFill>
              <a:latin typeface="Lora"/>
              <a:ea typeface="Lora"/>
              <a:cs typeface="Lora"/>
              <a:sym typeface="Lora"/>
            </a:endParaRPr>
          </a:p>
          <a:p>
            <a:pPr indent="0" lvl="0" marL="0" rtl="0" algn="l">
              <a:spcBef>
                <a:spcPts val="0"/>
              </a:spcBef>
              <a:spcAft>
                <a:spcPts val="0"/>
              </a:spcAft>
              <a:buNone/>
            </a:pPr>
            <a:r>
              <a:t/>
            </a:r>
            <a:endParaRPr sz="1500">
              <a:solidFill>
                <a:schemeClr val="dk1"/>
              </a:solidFill>
              <a:latin typeface="Lora"/>
              <a:ea typeface="Lora"/>
              <a:cs typeface="Lora"/>
              <a:sym typeface="Lora"/>
            </a:endParaRPr>
          </a:p>
          <a:p>
            <a:pPr indent="-323850" lvl="1" marL="9144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Probability ranges from 0 - 1</a:t>
            </a:r>
            <a:endParaRPr sz="1500">
              <a:solidFill>
                <a:schemeClr val="dk1"/>
              </a:solidFill>
              <a:latin typeface="Lora"/>
              <a:ea typeface="Lora"/>
              <a:cs typeface="Lora"/>
              <a:sym typeface="Lora"/>
            </a:endParaRPr>
          </a:p>
          <a:p>
            <a:pPr indent="-323850" lvl="1" marL="9144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Ex. probability of rolling a 6 on a standard die is ⅙</a:t>
            </a:r>
            <a:endParaRPr sz="1500">
              <a:solidFill>
                <a:schemeClr val="dk1"/>
              </a:solidFill>
              <a:latin typeface="Lora"/>
              <a:ea typeface="Lora"/>
              <a:cs typeface="Lora"/>
              <a:sym typeface="Lora"/>
            </a:endParaRPr>
          </a:p>
          <a:p>
            <a:pPr indent="-323850" lvl="1" marL="914400" rtl="0" algn="l">
              <a:spcBef>
                <a:spcPts val="0"/>
              </a:spcBef>
              <a:spcAft>
                <a:spcPts val="0"/>
              </a:spcAft>
              <a:buClr>
                <a:schemeClr val="dk1"/>
              </a:buClr>
              <a:buSzPts val="1500"/>
              <a:buFont typeface="Lora"/>
              <a:buChar char="○"/>
            </a:pPr>
            <a:r>
              <a:t/>
            </a:r>
            <a:endParaRPr sz="1500">
              <a:solidFill>
                <a:schemeClr val="dk1"/>
              </a:solidFill>
              <a:latin typeface="Lora"/>
              <a:ea typeface="Lora"/>
              <a:cs typeface="Lora"/>
              <a:sym typeface="Lora"/>
            </a:endParaRPr>
          </a:p>
          <a:p>
            <a:pPr indent="-323850" lvl="1" marL="9144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"P of A given B equals P of A intersect B over P of B."</a:t>
            </a:r>
            <a:endParaRPr sz="1500">
              <a:solidFill>
                <a:schemeClr val="dk1"/>
              </a:solidFill>
              <a:latin typeface="Lora"/>
              <a:ea typeface="Lora"/>
              <a:cs typeface="Lora"/>
              <a:sym typeface="Lora"/>
            </a:endParaRPr>
          </a:p>
          <a:p>
            <a:pPr indent="-323850" lvl="1" marL="9144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The probability of A given B is equal to the probability of A and B occurring together, divided by the probability of B</a:t>
            </a:r>
            <a:endParaRPr sz="1500">
              <a:solidFill>
                <a:schemeClr val="dk1"/>
              </a:solidFill>
              <a:latin typeface="Lora"/>
              <a:ea typeface="Lora"/>
              <a:cs typeface="Lora"/>
              <a:sym typeface="Lora"/>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4825703dff_0_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4825703df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Image depicts probability of rain at sunrise</a:t>
            </a:r>
            <a:endParaRPr/>
          </a:p>
          <a:p>
            <a:pPr indent="0" lvl="0" marL="0" rtl="0" algn="l">
              <a:spcBef>
                <a:spcPts val="0"/>
              </a:spcBef>
              <a:spcAft>
                <a:spcPts val="0"/>
              </a:spcAft>
              <a:buNone/>
            </a:pPr>
            <a:r>
              <a:rPr lang="en"/>
              <a:t>By </a:t>
            </a:r>
            <a:r>
              <a:rPr lang="en"/>
              <a:t>combining conditional probability and joint probability rules, we can get bayes rule. Here we have an example with weather, where we can use bayes rule to find the probability of rain happening at sunrise.</a:t>
            </a:r>
            <a:endParaRPr/>
          </a:p>
          <a:p>
            <a:pPr indent="0" lvl="0" marL="0" rtl="0" algn="l">
              <a:spcBef>
                <a:spcPts val="0"/>
              </a:spcBef>
              <a:spcAft>
                <a:spcPts val="0"/>
              </a:spcAft>
              <a:buNone/>
            </a:pPr>
            <a:r>
              <a:rPr lang="en"/>
              <a:t>P of rain given sunrise equals P of sunrise given rain times P of rain over P of sunrise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49782c0830_0_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49782c083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find the different probabilities within the problem, then input them into Bayes rule to find the probability of someone who tests positive actually having the variant?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4825703dff_3_2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4825703dff_3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4825703dff_3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4825703dff_3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Introduce Idea by genie3</a:t>
            </a:r>
            <a:endParaRPr/>
          </a:p>
          <a:p>
            <a:pPr indent="0" lvl="0" marL="0" rtl="0" algn="l">
              <a:spcBef>
                <a:spcPts val="0"/>
              </a:spcBef>
              <a:spcAft>
                <a:spcPts val="0"/>
              </a:spcAft>
              <a:buNone/>
            </a:pPr>
            <a:r>
              <a:rPr lang="en"/>
              <a:t>Introduce genie3</a:t>
            </a:r>
            <a:endParaRPr/>
          </a:p>
          <a:p>
            <a:pPr indent="0" lvl="0" marL="0" rtl="0" algn="l">
              <a:spcBef>
                <a:spcPts val="0"/>
              </a:spcBef>
              <a:spcAft>
                <a:spcPts val="0"/>
              </a:spcAft>
              <a:buNone/>
            </a:pPr>
            <a:r>
              <a:rPr lang="en"/>
              <a:t>Do it in practice → workshop side of it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4825703dff_0_3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4825703df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4825703dff_3_3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4825703dff_3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4825703dff_0_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4825703df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Ideker Lab</a:t>
            </a:r>
            <a:endParaRPr sz="1500">
              <a:solidFill>
                <a:schemeClr val="dk1"/>
              </a:solidFill>
              <a:latin typeface="Lora"/>
              <a:ea typeface="Lora"/>
              <a:cs typeface="Lora"/>
              <a:sym typeface="Lora"/>
            </a:endParaRPr>
          </a:p>
          <a:p>
            <a:pPr indent="-323850" lvl="1" marL="9144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Mapping of genetic and molecular networks, machine learning for predictive oncology, network biomarkers for cancer and neuropsychiatric disease</a:t>
            </a:r>
            <a:endParaRPr sz="1500">
              <a:solidFill>
                <a:schemeClr val="dk1"/>
              </a:solidFill>
              <a:latin typeface="Lora"/>
              <a:ea typeface="Lora"/>
              <a:cs typeface="Lora"/>
              <a:sym typeface="Lora"/>
            </a:endParaRPr>
          </a:p>
          <a:p>
            <a:pPr indent="-323850" lvl="0" marL="4572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Wang lab</a:t>
            </a:r>
            <a:endParaRPr sz="1500">
              <a:solidFill>
                <a:schemeClr val="dk1"/>
              </a:solidFill>
              <a:latin typeface="Lora"/>
              <a:ea typeface="Lora"/>
              <a:cs typeface="Lora"/>
              <a:sym typeface="Lora"/>
            </a:endParaRPr>
          </a:p>
          <a:p>
            <a:pPr indent="-323850" lvl="1" marL="9144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Gene regulatory principles, biophysical modeling, structure of 3D genome</a:t>
            </a:r>
            <a:endParaRPr sz="1500">
              <a:solidFill>
                <a:schemeClr val="dk1"/>
              </a:solidFill>
              <a:latin typeface="Lora"/>
              <a:ea typeface="Lora"/>
              <a:cs typeface="Lora"/>
              <a:sym typeface="Lora"/>
            </a:endParaRPr>
          </a:p>
          <a:p>
            <a:pPr indent="-323850" lvl="0" marL="4572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Ay Lab (La Jolla Institute for Immunology)</a:t>
            </a:r>
            <a:endParaRPr sz="1500">
              <a:solidFill>
                <a:schemeClr val="dk1"/>
              </a:solidFill>
              <a:latin typeface="Lora"/>
              <a:ea typeface="Lora"/>
              <a:cs typeface="Lora"/>
              <a:sym typeface="Lora"/>
            </a:endParaRPr>
          </a:p>
          <a:p>
            <a:pPr indent="-323850" lvl="1" marL="9144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Genetic and epigenetic bases of gene regulation, constructing regulatory networks, 3D genome modeling</a:t>
            </a:r>
            <a:endParaRPr sz="1500">
              <a:solidFill>
                <a:schemeClr val="dk1"/>
              </a:solidFill>
              <a:latin typeface="Lora"/>
              <a:ea typeface="Lora"/>
              <a:cs typeface="Lora"/>
              <a:sym typeface="Lora"/>
            </a:endParaRPr>
          </a:p>
          <a:p>
            <a:pPr indent="-323850" lvl="0" marL="4572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Boolean Lab, PI is Dr. Debashis Sahoo</a:t>
            </a:r>
            <a:endParaRPr sz="1500">
              <a:solidFill>
                <a:schemeClr val="dk1"/>
              </a:solidFill>
              <a:latin typeface="Lora"/>
              <a:ea typeface="Lora"/>
              <a:cs typeface="Lora"/>
              <a:sym typeface="Lora"/>
            </a:endParaRPr>
          </a:p>
          <a:p>
            <a:pPr indent="-323850" lvl="1" marL="9144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Boolean networks </a:t>
            </a:r>
            <a:endParaRPr sz="1500">
              <a:solidFill>
                <a:schemeClr val="dk1"/>
              </a:solidFill>
              <a:latin typeface="Lora"/>
              <a:ea typeface="Lora"/>
              <a:cs typeface="Lora"/>
              <a:sym typeface="Lora"/>
            </a:endParaRPr>
          </a:p>
          <a:p>
            <a:pPr indent="-323850" lvl="2" marL="13716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“regulator gene A is considered to activate another gene B if in all the samples, gene A is always transcribed at high count number when gene B is highly expressed too. (A) represses (B) if in the samples where (A) is expressed, (B) is never expressed”</a:t>
            </a:r>
            <a:endParaRPr sz="1500">
              <a:solidFill>
                <a:schemeClr val="dk1"/>
              </a:solidFill>
              <a:latin typeface="Lora"/>
              <a:ea typeface="Lora"/>
              <a:cs typeface="Lora"/>
              <a:sym typeface="Lora"/>
            </a:endParaRPr>
          </a:p>
          <a:p>
            <a:pPr indent="-323850" lvl="2" marL="1371600" rtl="0" algn="l">
              <a:spcBef>
                <a:spcPts val="0"/>
              </a:spcBef>
              <a:spcAft>
                <a:spcPts val="0"/>
              </a:spcAft>
              <a:buClr>
                <a:schemeClr val="dk1"/>
              </a:buClr>
              <a:buSzPts val="1500"/>
              <a:buFont typeface="Lora"/>
              <a:buChar char="■"/>
            </a:pPr>
            <a:r>
              <a:rPr lang="en" sz="1500">
                <a:solidFill>
                  <a:schemeClr val="dk1"/>
                </a:solidFill>
                <a:latin typeface="Lora"/>
                <a:ea typeface="Lora"/>
                <a:cs typeface="Lora"/>
                <a:sym typeface="Lora"/>
              </a:rPr>
              <a:t>Another technique for gene regulation networks</a:t>
            </a:r>
            <a:endParaRPr sz="1500">
              <a:solidFill>
                <a:schemeClr val="dk1"/>
              </a:solidFill>
              <a:latin typeface="Lora"/>
              <a:ea typeface="Lora"/>
              <a:cs typeface="Lora"/>
              <a:sym typeface="Lora"/>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lt1"/>
        </a:solidFill>
      </p:bgPr>
    </p:bg>
    <p:spTree>
      <p:nvGrpSpPr>
        <p:cNvPr id="8" name="Shape 8"/>
        <p:cNvGrpSpPr/>
        <p:nvPr/>
      </p:nvGrpSpPr>
      <p:grpSpPr>
        <a:xfrm>
          <a:off x="0" y="0"/>
          <a:ext cx="0" cy="0"/>
          <a:chOff x="0" y="0"/>
          <a:chExt cx="0" cy="0"/>
        </a:xfrm>
      </p:grpSpPr>
      <p:sp>
        <p:nvSpPr>
          <p:cNvPr id="9" name="Google Shape;9;p2"/>
          <p:cNvSpPr/>
          <p:nvPr/>
        </p:nvSpPr>
        <p:spPr>
          <a:xfrm>
            <a:off x="-26725" y="3532375"/>
            <a:ext cx="9210650" cy="1302680"/>
          </a:xfrm>
          <a:custGeom>
            <a:rect b="b" l="l" r="r" t="t"/>
            <a:pathLst>
              <a:path extrusionOk="0" h="126905" w="368426">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rgbClr val="418B9A"/>
          </a:solidFill>
          <a:ln>
            <a:noFill/>
          </a:ln>
        </p:spPr>
      </p:sp>
      <p:sp>
        <p:nvSpPr>
          <p:cNvPr id="10" name="Google Shape;10;p2"/>
          <p:cNvSpPr/>
          <p:nvPr/>
        </p:nvSpPr>
        <p:spPr>
          <a:xfrm>
            <a:off x="-26725" y="3663700"/>
            <a:ext cx="9210650" cy="1529774"/>
          </a:xfrm>
          <a:custGeom>
            <a:rect b="b" l="l" r="r" t="t"/>
            <a:pathLst>
              <a:path extrusionOk="0" h="121652" w="368426">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E28F53"/>
          </a:solidFill>
          <a:ln>
            <a:noFill/>
          </a:ln>
        </p:spPr>
      </p:sp>
      <p:sp>
        <p:nvSpPr>
          <p:cNvPr id="11" name="Google Shape;11;p2"/>
          <p:cNvSpPr/>
          <p:nvPr/>
        </p:nvSpPr>
        <p:spPr>
          <a:xfrm rot="8100000">
            <a:off x="1875856" y="3381094"/>
            <a:ext cx="122612" cy="122612"/>
          </a:xfrm>
          <a:prstGeom prst="teardrop">
            <a:avLst>
              <a:gd fmla="val 100000" name="adj"/>
            </a:avLst>
          </a:pr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8100000">
            <a:off x="6047081" y="3578244"/>
            <a:ext cx="122612" cy="122612"/>
          </a:xfrm>
          <a:prstGeom prst="teardrop">
            <a:avLst>
              <a:gd fmla="val 100000"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 name="Google Shape;13;p2"/>
          <p:cNvGrpSpPr/>
          <p:nvPr/>
        </p:nvGrpSpPr>
        <p:grpSpPr>
          <a:xfrm>
            <a:off x="-5312" y="3629038"/>
            <a:ext cx="9167825" cy="595300"/>
            <a:chOff x="-9525" y="4462475"/>
            <a:chExt cx="9167825" cy="595300"/>
          </a:xfrm>
        </p:grpSpPr>
        <p:sp>
          <p:nvSpPr>
            <p:cNvPr id="14" name="Google Shape;14;p2"/>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rgbClr val="3C78D8"/>
              </a:solidFill>
              <a:prstDash val="solid"/>
              <a:round/>
              <a:headEnd len="med" w="med" type="none"/>
              <a:tailEnd len="med" w="med" type="none"/>
            </a:ln>
          </p:spPr>
        </p:sp>
        <p:sp>
          <p:nvSpPr>
            <p:cNvPr id="15" name="Google Shape;15;p2"/>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rgbClr val="3C78D8"/>
              </a:solidFill>
              <a:prstDash val="solid"/>
              <a:round/>
              <a:headEnd len="med" w="med" type="none"/>
              <a:tailEnd len="med" w="med" type="none"/>
            </a:ln>
          </p:spPr>
        </p:sp>
        <p:sp>
          <p:nvSpPr>
            <p:cNvPr id="16" name="Google Shape;16;p2"/>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rgbClr val="3C78D8"/>
              </a:solidFill>
              <a:prstDash val="solid"/>
              <a:round/>
              <a:headEnd len="med" w="med" type="none"/>
              <a:tailEnd len="med" w="med" type="none"/>
            </a:ln>
          </p:spPr>
        </p:sp>
      </p:grpSp>
      <p:grpSp>
        <p:nvGrpSpPr>
          <p:cNvPr id="17" name="Google Shape;17;p2"/>
          <p:cNvGrpSpPr/>
          <p:nvPr/>
        </p:nvGrpSpPr>
        <p:grpSpPr>
          <a:xfrm>
            <a:off x="-42787" y="3605288"/>
            <a:ext cx="9229575" cy="642787"/>
            <a:chOff x="-42837" y="4443488"/>
            <a:chExt cx="9229575" cy="642787"/>
          </a:xfrm>
        </p:grpSpPr>
        <p:sp>
          <p:nvSpPr>
            <p:cNvPr id="18" name="Google Shape;18;p2"/>
            <p:cNvSpPr/>
            <p:nvPr/>
          </p:nvSpPr>
          <p:spPr>
            <a:xfrm>
              <a:off x="1114450" y="49006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1495450" y="502927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733450" y="49721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352450" y="49626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42837" y="46054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1876450" y="48340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2257450" y="48292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2638450" y="454826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3019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3400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3781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4162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4543450" y="46673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4924450" y="45435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5305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5686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6067450" y="48483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6448450" y="47292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6829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7210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7591450" y="44434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7972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8353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8734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9129738" y="48673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 name="Google Shape;43;p2"/>
          <p:cNvSpPr/>
          <p:nvPr/>
        </p:nvSpPr>
        <p:spPr>
          <a:xfrm>
            <a:off x="2990700" y="374800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1085700" y="403375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4895700" y="3677832"/>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rot="8100000">
            <a:off x="8699949" y="3490969"/>
            <a:ext cx="122612" cy="122612"/>
          </a:xfrm>
          <a:prstGeom prst="teardrop">
            <a:avLst>
              <a:gd fmla="val 100000"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txBox="1"/>
          <p:nvPr>
            <p:ph type="ctrTitle"/>
          </p:nvPr>
        </p:nvSpPr>
        <p:spPr>
          <a:xfrm>
            <a:off x="356000" y="4077875"/>
            <a:ext cx="8658600" cy="1159800"/>
          </a:xfrm>
          <a:prstGeom prst="rect">
            <a:avLst/>
          </a:prstGeom>
        </p:spPr>
        <p:txBody>
          <a:bodyPr anchorCtr="0" anchor="ctr" bIns="91425" lIns="91425" spcFirstLastPara="1" rIns="91425" wrap="square" tIns="91425">
            <a:noAutofit/>
          </a:bodyPr>
          <a:lstStyle>
            <a:lvl1pPr lvl="0" algn="r">
              <a:spcBef>
                <a:spcPts val="0"/>
              </a:spcBef>
              <a:spcAft>
                <a:spcPts val="0"/>
              </a:spcAft>
              <a:buClr>
                <a:srgbClr val="FFFFFF"/>
              </a:buClr>
              <a:buSzPts val="2800"/>
              <a:buFont typeface="Lora"/>
              <a:buNone/>
              <a:defRPr sz="2800">
                <a:solidFill>
                  <a:srgbClr val="FFFFFF"/>
                </a:solidFill>
                <a:latin typeface="Lora"/>
                <a:ea typeface="Lora"/>
                <a:cs typeface="Lora"/>
                <a:sym typeface="Lora"/>
              </a:defRPr>
            </a:lvl1pPr>
            <a:lvl2pPr lvl="1" algn="r">
              <a:spcBef>
                <a:spcPts val="0"/>
              </a:spcBef>
              <a:spcAft>
                <a:spcPts val="0"/>
              </a:spcAft>
              <a:buClr>
                <a:srgbClr val="FFFFFF"/>
              </a:buClr>
              <a:buSzPts val="4800"/>
              <a:buNone/>
              <a:defRPr sz="4800">
                <a:solidFill>
                  <a:srgbClr val="FFFFFF"/>
                </a:solidFill>
              </a:defRPr>
            </a:lvl2pPr>
            <a:lvl3pPr lvl="2" algn="r">
              <a:spcBef>
                <a:spcPts val="0"/>
              </a:spcBef>
              <a:spcAft>
                <a:spcPts val="0"/>
              </a:spcAft>
              <a:buClr>
                <a:srgbClr val="FFFFFF"/>
              </a:buClr>
              <a:buSzPts val="4800"/>
              <a:buNone/>
              <a:defRPr sz="4800">
                <a:solidFill>
                  <a:srgbClr val="FFFFFF"/>
                </a:solidFill>
              </a:defRPr>
            </a:lvl3pPr>
            <a:lvl4pPr lvl="3" algn="r">
              <a:spcBef>
                <a:spcPts val="0"/>
              </a:spcBef>
              <a:spcAft>
                <a:spcPts val="0"/>
              </a:spcAft>
              <a:buClr>
                <a:srgbClr val="FFFFFF"/>
              </a:buClr>
              <a:buSzPts val="4800"/>
              <a:buNone/>
              <a:defRPr sz="4800">
                <a:solidFill>
                  <a:srgbClr val="FFFFFF"/>
                </a:solidFill>
              </a:defRPr>
            </a:lvl4pPr>
            <a:lvl5pPr lvl="4" algn="r">
              <a:spcBef>
                <a:spcPts val="0"/>
              </a:spcBef>
              <a:spcAft>
                <a:spcPts val="0"/>
              </a:spcAft>
              <a:buClr>
                <a:srgbClr val="FFFFFF"/>
              </a:buClr>
              <a:buSzPts val="4800"/>
              <a:buNone/>
              <a:defRPr sz="4800">
                <a:solidFill>
                  <a:srgbClr val="FFFFFF"/>
                </a:solidFill>
              </a:defRPr>
            </a:lvl5pPr>
            <a:lvl6pPr lvl="5" algn="r">
              <a:spcBef>
                <a:spcPts val="0"/>
              </a:spcBef>
              <a:spcAft>
                <a:spcPts val="0"/>
              </a:spcAft>
              <a:buClr>
                <a:srgbClr val="FFFFFF"/>
              </a:buClr>
              <a:buSzPts val="4800"/>
              <a:buNone/>
              <a:defRPr sz="4800">
                <a:solidFill>
                  <a:srgbClr val="FFFFFF"/>
                </a:solidFill>
              </a:defRPr>
            </a:lvl6pPr>
            <a:lvl7pPr lvl="6" algn="r">
              <a:spcBef>
                <a:spcPts val="0"/>
              </a:spcBef>
              <a:spcAft>
                <a:spcPts val="0"/>
              </a:spcAft>
              <a:buClr>
                <a:srgbClr val="FFFFFF"/>
              </a:buClr>
              <a:buSzPts val="4800"/>
              <a:buNone/>
              <a:defRPr sz="4800">
                <a:solidFill>
                  <a:srgbClr val="FFFFFF"/>
                </a:solidFill>
              </a:defRPr>
            </a:lvl7pPr>
            <a:lvl8pPr lvl="7" algn="r">
              <a:spcBef>
                <a:spcPts val="0"/>
              </a:spcBef>
              <a:spcAft>
                <a:spcPts val="0"/>
              </a:spcAft>
              <a:buClr>
                <a:srgbClr val="FFFFFF"/>
              </a:buClr>
              <a:buSzPts val="4800"/>
              <a:buNone/>
              <a:defRPr sz="4800">
                <a:solidFill>
                  <a:srgbClr val="FFFFFF"/>
                </a:solidFill>
              </a:defRPr>
            </a:lvl8pPr>
            <a:lvl9pPr lvl="8" algn="r">
              <a:spcBef>
                <a:spcPts val="0"/>
              </a:spcBef>
              <a:spcAft>
                <a:spcPts val="0"/>
              </a:spcAft>
              <a:buClr>
                <a:srgbClr val="FFFFFF"/>
              </a:buClr>
              <a:buSzPts val="4800"/>
              <a:buNone/>
              <a:defRPr sz="4800">
                <a:solidFill>
                  <a:srgbClr val="FFFFFF"/>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48" name="Shape 48"/>
        <p:cNvGrpSpPr/>
        <p:nvPr/>
      </p:nvGrpSpPr>
      <p:grpSpPr>
        <a:xfrm>
          <a:off x="0" y="0"/>
          <a:ext cx="0" cy="0"/>
          <a:chOff x="0" y="0"/>
          <a:chExt cx="0" cy="0"/>
        </a:xfrm>
      </p:grpSpPr>
      <p:sp>
        <p:nvSpPr>
          <p:cNvPr id="49" name="Google Shape;49;p3"/>
          <p:cNvSpPr/>
          <p:nvPr/>
        </p:nvSpPr>
        <p:spPr>
          <a:xfrm>
            <a:off x="-26775" y="2008375"/>
            <a:ext cx="9210650" cy="3172625"/>
          </a:xfrm>
          <a:custGeom>
            <a:rect b="b" l="l" r="r" t="t"/>
            <a:pathLst>
              <a:path extrusionOk="0" h="126905" w="368426">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rgbClr val="418B9A"/>
          </a:solidFill>
          <a:ln>
            <a:noFill/>
          </a:ln>
        </p:spPr>
      </p:sp>
      <p:sp>
        <p:nvSpPr>
          <p:cNvPr id="50" name="Google Shape;50;p3"/>
          <p:cNvSpPr/>
          <p:nvPr/>
        </p:nvSpPr>
        <p:spPr>
          <a:xfrm>
            <a:off x="-26775" y="2139700"/>
            <a:ext cx="9210650" cy="3041300"/>
          </a:xfrm>
          <a:custGeom>
            <a:rect b="b" l="l" r="r" t="t"/>
            <a:pathLst>
              <a:path extrusionOk="0" h="121652" w="368426">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E28F53"/>
          </a:solidFill>
          <a:ln>
            <a:noFill/>
          </a:ln>
        </p:spPr>
      </p:sp>
      <p:sp>
        <p:nvSpPr>
          <p:cNvPr id="51" name="Google Shape;51;p3"/>
          <p:cNvSpPr/>
          <p:nvPr/>
        </p:nvSpPr>
        <p:spPr>
          <a:xfrm rot="8100000">
            <a:off x="1847981" y="1814569"/>
            <a:ext cx="122612" cy="122612"/>
          </a:xfrm>
          <a:prstGeom prst="teardrop">
            <a:avLst>
              <a:gd fmla="val 100000" name="adj"/>
            </a:avLst>
          </a:prstGeom>
          <a:solidFill>
            <a:srgbClr val="AFF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rot="8100000">
            <a:off x="6038981" y="2098419"/>
            <a:ext cx="122612" cy="122612"/>
          </a:xfrm>
          <a:prstGeom prst="teardrop">
            <a:avLst>
              <a:gd fmla="val 100000" name="adj"/>
            </a:avLst>
          </a:prstGeom>
          <a:noFill/>
          <a:ln cap="flat" cmpd="sng" w="28575">
            <a:solidFill>
              <a:srgbClr val="00CE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8100000">
            <a:off x="7181981" y="2131769"/>
            <a:ext cx="122612" cy="122612"/>
          </a:xfrm>
          <a:prstGeom prst="teardrop">
            <a:avLst>
              <a:gd fmla="val 100000" name="adj"/>
            </a:avLst>
          </a:prstGeom>
          <a:solidFill>
            <a:srgbClr val="00C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 name="Google Shape;54;p3"/>
          <p:cNvGrpSpPr/>
          <p:nvPr/>
        </p:nvGrpSpPr>
        <p:grpSpPr>
          <a:xfrm>
            <a:off x="-9525" y="2024075"/>
            <a:ext cx="9167825" cy="595300"/>
            <a:chOff x="-9525" y="4462475"/>
            <a:chExt cx="9167825" cy="595300"/>
          </a:xfrm>
        </p:grpSpPr>
        <p:sp>
          <p:nvSpPr>
            <p:cNvPr id="55" name="Google Shape;55;p3"/>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rgbClr val="3C78D8"/>
              </a:solidFill>
              <a:prstDash val="solid"/>
              <a:round/>
              <a:headEnd len="med" w="med" type="none"/>
              <a:tailEnd len="med" w="med" type="none"/>
            </a:ln>
          </p:spPr>
        </p:sp>
        <p:sp>
          <p:nvSpPr>
            <p:cNvPr id="56" name="Google Shape;56;p3"/>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rgbClr val="3C78D8"/>
              </a:solidFill>
              <a:prstDash val="solid"/>
              <a:round/>
              <a:headEnd len="med" w="med" type="none"/>
              <a:tailEnd len="med" w="med" type="none"/>
            </a:ln>
          </p:spPr>
        </p:sp>
        <p:sp>
          <p:nvSpPr>
            <p:cNvPr id="57" name="Google Shape;57;p3"/>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rgbClr val="3C78D8"/>
              </a:solidFill>
              <a:prstDash val="solid"/>
              <a:round/>
              <a:headEnd len="med" w="med" type="none"/>
              <a:tailEnd len="med" w="med" type="none"/>
            </a:ln>
          </p:spPr>
        </p:sp>
      </p:grpSp>
      <p:grpSp>
        <p:nvGrpSpPr>
          <p:cNvPr id="58" name="Google Shape;58;p3"/>
          <p:cNvGrpSpPr/>
          <p:nvPr/>
        </p:nvGrpSpPr>
        <p:grpSpPr>
          <a:xfrm>
            <a:off x="-42837" y="2005088"/>
            <a:ext cx="9229575" cy="642787"/>
            <a:chOff x="-42837" y="4443488"/>
            <a:chExt cx="9229575" cy="642787"/>
          </a:xfrm>
        </p:grpSpPr>
        <p:sp>
          <p:nvSpPr>
            <p:cNvPr id="59" name="Google Shape;59;p3"/>
            <p:cNvSpPr/>
            <p:nvPr/>
          </p:nvSpPr>
          <p:spPr>
            <a:xfrm>
              <a:off x="1114450" y="49006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1495450" y="502927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733450" y="49721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352450" y="49626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42837" y="46054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1876450" y="48340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2257450" y="48292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2638450" y="454826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3019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3400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3781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4162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4543450" y="46673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4924450" y="45435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5305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5686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6067450" y="48483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6448450" y="47292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6829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7210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7591450" y="44434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7972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353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8734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9129738" y="48673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3"/>
          <p:cNvSpPr/>
          <p:nvPr/>
        </p:nvSpPr>
        <p:spPr>
          <a:xfrm>
            <a:off x="2990700" y="214780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1085700" y="243355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4895700" y="2077632"/>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rot="8100000">
            <a:off x="8699949" y="1890769"/>
            <a:ext cx="122612" cy="122612"/>
          </a:xfrm>
          <a:prstGeom prst="teardrop">
            <a:avLst>
              <a:gd fmla="val 100000" name="adj"/>
            </a:avLst>
          </a:prstGeom>
          <a:noFill/>
          <a:ln cap="flat" cmpd="sng" w="28575">
            <a:solidFill>
              <a:srgbClr val="AFF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txBox="1"/>
          <p:nvPr>
            <p:ph type="ctrTitle"/>
          </p:nvPr>
        </p:nvSpPr>
        <p:spPr>
          <a:xfrm>
            <a:off x="2309350" y="3031150"/>
            <a:ext cx="5214600" cy="11598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FFFFFF"/>
              </a:buClr>
              <a:buSzPts val="3600"/>
              <a:buFont typeface="Lora"/>
              <a:buNone/>
              <a:defRPr sz="3600">
                <a:solidFill>
                  <a:srgbClr val="FFFFFF"/>
                </a:solidFill>
                <a:latin typeface="Lora"/>
                <a:ea typeface="Lora"/>
                <a:cs typeface="Lora"/>
                <a:sym typeface="Lora"/>
              </a:defRPr>
            </a:lvl1pPr>
            <a:lvl2pPr lvl="1" rtl="0" algn="r">
              <a:spcBef>
                <a:spcPts val="0"/>
              </a:spcBef>
              <a:spcAft>
                <a:spcPts val="0"/>
              </a:spcAft>
              <a:buClr>
                <a:srgbClr val="FFFFFF"/>
              </a:buClr>
              <a:buSzPts val="3600"/>
              <a:buNone/>
              <a:defRPr sz="3600">
                <a:solidFill>
                  <a:srgbClr val="FFFFFF"/>
                </a:solidFill>
              </a:defRPr>
            </a:lvl2pPr>
            <a:lvl3pPr lvl="2" rtl="0" algn="r">
              <a:spcBef>
                <a:spcPts val="0"/>
              </a:spcBef>
              <a:spcAft>
                <a:spcPts val="0"/>
              </a:spcAft>
              <a:buClr>
                <a:srgbClr val="FFFFFF"/>
              </a:buClr>
              <a:buSzPts val="3600"/>
              <a:buNone/>
              <a:defRPr sz="3600">
                <a:solidFill>
                  <a:srgbClr val="FFFFFF"/>
                </a:solidFill>
              </a:defRPr>
            </a:lvl3pPr>
            <a:lvl4pPr lvl="3" rtl="0" algn="r">
              <a:spcBef>
                <a:spcPts val="0"/>
              </a:spcBef>
              <a:spcAft>
                <a:spcPts val="0"/>
              </a:spcAft>
              <a:buClr>
                <a:srgbClr val="FFFFFF"/>
              </a:buClr>
              <a:buSzPts val="3600"/>
              <a:buNone/>
              <a:defRPr sz="3600">
                <a:solidFill>
                  <a:srgbClr val="FFFFFF"/>
                </a:solidFill>
              </a:defRPr>
            </a:lvl4pPr>
            <a:lvl5pPr lvl="4" rtl="0" algn="r">
              <a:spcBef>
                <a:spcPts val="0"/>
              </a:spcBef>
              <a:spcAft>
                <a:spcPts val="0"/>
              </a:spcAft>
              <a:buClr>
                <a:srgbClr val="FFFFFF"/>
              </a:buClr>
              <a:buSzPts val="3600"/>
              <a:buNone/>
              <a:defRPr sz="3600">
                <a:solidFill>
                  <a:srgbClr val="FFFFFF"/>
                </a:solidFill>
              </a:defRPr>
            </a:lvl5pPr>
            <a:lvl6pPr lvl="5" rtl="0" algn="r">
              <a:spcBef>
                <a:spcPts val="0"/>
              </a:spcBef>
              <a:spcAft>
                <a:spcPts val="0"/>
              </a:spcAft>
              <a:buClr>
                <a:srgbClr val="FFFFFF"/>
              </a:buClr>
              <a:buSzPts val="3600"/>
              <a:buNone/>
              <a:defRPr sz="3600">
                <a:solidFill>
                  <a:srgbClr val="FFFFFF"/>
                </a:solidFill>
              </a:defRPr>
            </a:lvl6pPr>
            <a:lvl7pPr lvl="6" rtl="0" algn="r">
              <a:spcBef>
                <a:spcPts val="0"/>
              </a:spcBef>
              <a:spcAft>
                <a:spcPts val="0"/>
              </a:spcAft>
              <a:buClr>
                <a:srgbClr val="FFFFFF"/>
              </a:buClr>
              <a:buSzPts val="3600"/>
              <a:buNone/>
              <a:defRPr sz="3600">
                <a:solidFill>
                  <a:srgbClr val="FFFFFF"/>
                </a:solidFill>
              </a:defRPr>
            </a:lvl7pPr>
            <a:lvl8pPr lvl="7" rtl="0" algn="r">
              <a:spcBef>
                <a:spcPts val="0"/>
              </a:spcBef>
              <a:spcAft>
                <a:spcPts val="0"/>
              </a:spcAft>
              <a:buClr>
                <a:srgbClr val="FFFFFF"/>
              </a:buClr>
              <a:buSzPts val="3600"/>
              <a:buNone/>
              <a:defRPr sz="3600">
                <a:solidFill>
                  <a:srgbClr val="FFFFFF"/>
                </a:solidFill>
              </a:defRPr>
            </a:lvl8pPr>
            <a:lvl9pPr lvl="8" rtl="0" algn="r">
              <a:spcBef>
                <a:spcPts val="0"/>
              </a:spcBef>
              <a:spcAft>
                <a:spcPts val="0"/>
              </a:spcAft>
              <a:buClr>
                <a:srgbClr val="FFFFFF"/>
              </a:buClr>
              <a:buSzPts val="3600"/>
              <a:buNone/>
              <a:defRPr sz="3600">
                <a:solidFill>
                  <a:srgbClr val="FFFFFF"/>
                </a:solidFill>
              </a:defRPr>
            </a:lvl9pPr>
          </a:lstStyle>
          <a:p/>
        </p:txBody>
      </p:sp>
      <p:sp>
        <p:nvSpPr>
          <p:cNvPr id="89" name="Google Shape;89;p3"/>
          <p:cNvSpPr txBox="1"/>
          <p:nvPr>
            <p:ph idx="1" type="subTitle"/>
          </p:nvPr>
        </p:nvSpPr>
        <p:spPr>
          <a:xfrm>
            <a:off x="2309441" y="4059250"/>
            <a:ext cx="5214600" cy="7848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rgbClr val="FFFFFF"/>
              </a:buClr>
              <a:buSzPts val="1500"/>
              <a:buFont typeface="Lora"/>
              <a:buNone/>
              <a:defRPr>
                <a:solidFill>
                  <a:srgbClr val="FFFFFF"/>
                </a:solidFill>
                <a:latin typeface="Lora"/>
                <a:ea typeface="Lora"/>
                <a:cs typeface="Lora"/>
                <a:sym typeface="Lora"/>
              </a:defRPr>
            </a:lvl1pPr>
            <a:lvl2pPr lvl="1" rtl="0" algn="r">
              <a:spcBef>
                <a:spcPts val="0"/>
              </a:spcBef>
              <a:spcAft>
                <a:spcPts val="0"/>
              </a:spcAft>
              <a:buClr>
                <a:srgbClr val="FFFFFF"/>
              </a:buClr>
              <a:buSzPts val="3000"/>
              <a:buNone/>
              <a:defRPr sz="3000">
                <a:solidFill>
                  <a:srgbClr val="FFFFFF"/>
                </a:solidFill>
              </a:defRPr>
            </a:lvl2pPr>
            <a:lvl3pPr lvl="2" rtl="0" algn="r">
              <a:spcBef>
                <a:spcPts val="0"/>
              </a:spcBef>
              <a:spcAft>
                <a:spcPts val="0"/>
              </a:spcAft>
              <a:buClr>
                <a:srgbClr val="FFFFFF"/>
              </a:buClr>
              <a:buSzPts val="3000"/>
              <a:buNone/>
              <a:defRPr sz="3000">
                <a:solidFill>
                  <a:srgbClr val="FFFFFF"/>
                </a:solidFill>
              </a:defRPr>
            </a:lvl3pPr>
            <a:lvl4pPr lvl="3" rtl="0" algn="r">
              <a:spcBef>
                <a:spcPts val="0"/>
              </a:spcBef>
              <a:spcAft>
                <a:spcPts val="0"/>
              </a:spcAft>
              <a:buClr>
                <a:srgbClr val="FFFFFF"/>
              </a:buClr>
              <a:buSzPts val="3000"/>
              <a:buNone/>
              <a:defRPr sz="3000">
                <a:solidFill>
                  <a:srgbClr val="FFFFFF"/>
                </a:solidFill>
              </a:defRPr>
            </a:lvl4pPr>
            <a:lvl5pPr lvl="4" rtl="0" algn="r">
              <a:spcBef>
                <a:spcPts val="0"/>
              </a:spcBef>
              <a:spcAft>
                <a:spcPts val="0"/>
              </a:spcAft>
              <a:buClr>
                <a:srgbClr val="FFFFFF"/>
              </a:buClr>
              <a:buSzPts val="3000"/>
              <a:buNone/>
              <a:defRPr sz="3000">
                <a:solidFill>
                  <a:srgbClr val="FFFFFF"/>
                </a:solidFill>
              </a:defRPr>
            </a:lvl5pPr>
            <a:lvl6pPr lvl="5" rtl="0" algn="r">
              <a:spcBef>
                <a:spcPts val="0"/>
              </a:spcBef>
              <a:spcAft>
                <a:spcPts val="0"/>
              </a:spcAft>
              <a:buClr>
                <a:srgbClr val="FFFFFF"/>
              </a:buClr>
              <a:buSzPts val="3000"/>
              <a:buNone/>
              <a:defRPr sz="3000">
                <a:solidFill>
                  <a:srgbClr val="FFFFFF"/>
                </a:solidFill>
              </a:defRPr>
            </a:lvl6pPr>
            <a:lvl7pPr lvl="6" rtl="0" algn="r">
              <a:spcBef>
                <a:spcPts val="0"/>
              </a:spcBef>
              <a:spcAft>
                <a:spcPts val="0"/>
              </a:spcAft>
              <a:buClr>
                <a:srgbClr val="FFFFFF"/>
              </a:buClr>
              <a:buSzPts val="3000"/>
              <a:buNone/>
              <a:defRPr sz="3000">
                <a:solidFill>
                  <a:srgbClr val="FFFFFF"/>
                </a:solidFill>
              </a:defRPr>
            </a:lvl7pPr>
            <a:lvl8pPr lvl="7" rtl="0" algn="r">
              <a:spcBef>
                <a:spcPts val="0"/>
              </a:spcBef>
              <a:spcAft>
                <a:spcPts val="0"/>
              </a:spcAft>
              <a:buClr>
                <a:srgbClr val="FFFFFF"/>
              </a:buClr>
              <a:buSzPts val="3000"/>
              <a:buNone/>
              <a:defRPr sz="3000">
                <a:solidFill>
                  <a:srgbClr val="FFFFFF"/>
                </a:solidFill>
              </a:defRPr>
            </a:lvl8pPr>
            <a:lvl9pPr lvl="8" rtl="0" algn="r">
              <a:spcBef>
                <a:spcPts val="0"/>
              </a:spcBef>
              <a:spcAft>
                <a:spcPts val="0"/>
              </a:spcAft>
              <a:buClr>
                <a:srgbClr val="FFFFFF"/>
              </a:buClr>
              <a:buSzPts val="3000"/>
              <a:buNone/>
              <a:defRPr sz="3000">
                <a:solidFill>
                  <a:srgbClr val="FFFFFF"/>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1">
  <p:cSld name="TITLE_1_1">
    <p:spTree>
      <p:nvGrpSpPr>
        <p:cNvPr id="90" name="Shape 90"/>
        <p:cNvGrpSpPr/>
        <p:nvPr/>
      </p:nvGrpSpPr>
      <p:grpSpPr>
        <a:xfrm>
          <a:off x="0" y="0"/>
          <a:ext cx="0" cy="0"/>
          <a:chOff x="0" y="0"/>
          <a:chExt cx="0" cy="0"/>
        </a:xfrm>
      </p:grpSpPr>
      <p:sp>
        <p:nvSpPr>
          <p:cNvPr id="91" name="Google Shape;91;p4"/>
          <p:cNvSpPr/>
          <p:nvPr/>
        </p:nvSpPr>
        <p:spPr>
          <a:xfrm>
            <a:off x="-26775" y="2008375"/>
            <a:ext cx="9210650" cy="3172625"/>
          </a:xfrm>
          <a:custGeom>
            <a:rect b="b" l="l" r="r" t="t"/>
            <a:pathLst>
              <a:path extrusionOk="0" h="126905" w="368426">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rgbClr val="418B9A"/>
          </a:solidFill>
          <a:ln>
            <a:noFill/>
          </a:ln>
        </p:spPr>
      </p:sp>
      <p:sp>
        <p:nvSpPr>
          <p:cNvPr id="92" name="Google Shape;92;p4"/>
          <p:cNvSpPr/>
          <p:nvPr/>
        </p:nvSpPr>
        <p:spPr>
          <a:xfrm>
            <a:off x="-26775" y="2139700"/>
            <a:ext cx="9210650" cy="3041300"/>
          </a:xfrm>
          <a:custGeom>
            <a:rect b="b" l="l" r="r" t="t"/>
            <a:pathLst>
              <a:path extrusionOk="0" h="121652" w="368426">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E28F53"/>
          </a:solidFill>
          <a:ln>
            <a:noFill/>
          </a:ln>
        </p:spPr>
      </p:sp>
      <p:sp>
        <p:nvSpPr>
          <p:cNvPr id="93" name="Google Shape;93;p4"/>
          <p:cNvSpPr/>
          <p:nvPr/>
        </p:nvSpPr>
        <p:spPr>
          <a:xfrm rot="8100000">
            <a:off x="1847981" y="1814569"/>
            <a:ext cx="122612" cy="122612"/>
          </a:xfrm>
          <a:prstGeom prst="teardrop">
            <a:avLst>
              <a:gd fmla="val 100000" name="adj"/>
            </a:avLst>
          </a:prstGeom>
          <a:solidFill>
            <a:srgbClr val="AFF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rot="8100000">
            <a:off x="6038981" y="2098419"/>
            <a:ext cx="122612" cy="122612"/>
          </a:xfrm>
          <a:prstGeom prst="teardrop">
            <a:avLst>
              <a:gd fmla="val 100000" name="adj"/>
            </a:avLst>
          </a:prstGeom>
          <a:noFill/>
          <a:ln cap="flat" cmpd="sng" w="28575">
            <a:solidFill>
              <a:srgbClr val="00CE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rot="8100000">
            <a:off x="7181981" y="2131769"/>
            <a:ext cx="122612" cy="122612"/>
          </a:xfrm>
          <a:prstGeom prst="teardrop">
            <a:avLst>
              <a:gd fmla="val 100000" name="adj"/>
            </a:avLst>
          </a:prstGeom>
          <a:solidFill>
            <a:srgbClr val="00C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 name="Google Shape;96;p4"/>
          <p:cNvGrpSpPr/>
          <p:nvPr/>
        </p:nvGrpSpPr>
        <p:grpSpPr>
          <a:xfrm>
            <a:off x="-9525" y="2024075"/>
            <a:ext cx="9167825" cy="595300"/>
            <a:chOff x="-9525" y="4462475"/>
            <a:chExt cx="9167825" cy="595300"/>
          </a:xfrm>
        </p:grpSpPr>
        <p:sp>
          <p:nvSpPr>
            <p:cNvPr id="97" name="Google Shape;97;p4"/>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rgbClr val="3C78D8"/>
              </a:solidFill>
              <a:prstDash val="solid"/>
              <a:round/>
              <a:headEnd len="med" w="med" type="none"/>
              <a:tailEnd len="med" w="med" type="none"/>
            </a:ln>
          </p:spPr>
        </p:sp>
        <p:sp>
          <p:nvSpPr>
            <p:cNvPr id="98" name="Google Shape;98;p4"/>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rgbClr val="3C78D8"/>
              </a:solidFill>
              <a:prstDash val="solid"/>
              <a:round/>
              <a:headEnd len="med" w="med" type="none"/>
              <a:tailEnd len="med" w="med" type="none"/>
            </a:ln>
          </p:spPr>
        </p:sp>
        <p:sp>
          <p:nvSpPr>
            <p:cNvPr id="99" name="Google Shape;99;p4"/>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rgbClr val="3C78D8"/>
              </a:solidFill>
              <a:prstDash val="solid"/>
              <a:round/>
              <a:headEnd len="med" w="med" type="none"/>
              <a:tailEnd len="med" w="med" type="none"/>
            </a:ln>
          </p:spPr>
        </p:sp>
      </p:grpSp>
      <p:grpSp>
        <p:nvGrpSpPr>
          <p:cNvPr id="100" name="Google Shape;100;p4"/>
          <p:cNvGrpSpPr/>
          <p:nvPr/>
        </p:nvGrpSpPr>
        <p:grpSpPr>
          <a:xfrm>
            <a:off x="-42837" y="2005088"/>
            <a:ext cx="9229575" cy="642788"/>
            <a:chOff x="-42837" y="4443488"/>
            <a:chExt cx="9229575" cy="642788"/>
          </a:xfrm>
        </p:grpSpPr>
        <p:sp>
          <p:nvSpPr>
            <p:cNvPr id="101" name="Google Shape;101;p4"/>
            <p:cNvSpPr/>
            <p:nvPr/>
          </p:nvSpPr>
          <p:spPr>
            <a:xfrm>
              <a:off x="1114450" y="49006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1495450" y="502927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733450" y="49721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352450" y="49626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42837" y="46054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1876450" y="48340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2257450" y="48292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2638450" y="454826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3019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3400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3781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4162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4543450" y="46673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4924450" y="45435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5305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5686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6067450" y="48483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6448450" y="47292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a:off x="6829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7210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7591450" y="44434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7972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8353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8734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9129738" y="48673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6" name="Google Shape;126;p4"/>
          <p:cNvSpPr/>
          <p:nvPr/>
        </p:nvSpPr>
        <p:spPr>
          <a:xfrm>
            <a:off x="2990700" y="214780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1085700" y="243355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4895700" y="2077632"/>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rot="8100000">
            <a:off x="8699949" y="1890769"/>
            <a:ext cx="122612" cy="122612"/>
          </a:xfrm>
          <a:prstGeom prst="teardrop">
            <a:avLst>
              <a:gd fmla="val 100000" name="adj"/>
            </a:avLst>
          </a:prstGeom>
          <a:noFill/>
          <a:ln cap="flat" cmpd="sng" w="28575">
            <a:solidFill>
              <a:srgbClr val="AFF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txBox="1"/>
          <p:nvPr>
            <p:ph type="title"/>
          </p:nvPr>
        </p:nvSpPr>
        <p:spPr>
          <a:xfrm>
            <a:off x="1536550" y="906725"/>
            <a:ext cx="6084000" cy="622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600"/>
              <a:buNone/>
              <a:defRPr sz="2600">
                <a:solidFill>
                  <a:schemeClr val="dk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31" name="Google Shape;131;p4"/>
          <p:cNvSpPr txBox="1"/>
          <p:nvPr>
            <p:ph idx="1" type="body"/>
          </p:nvPr>
        </p:nvSpPr>
        <p:spPr>
          <a:xfrm>
            <a:off x="1536538" y="1789175"/>
            <a:ext cx="6084000" cy="2766300"/>
          </a:xfrm>
          <a:prstGeom prst="rect">
            <a:avLst/>
          </a:prstGeom>
          <a:solidFill>
            <a:srgbClr val="FFFFFF"/>
          </a:solidFill>
          <a:ln cap="flat" cmpd="sng" w="28575">
            <a:solidFill>
              <a:srgbClr val="000000"/>
            </a:solidFill>
            <a:prstDash val="solid"/>
            <a:round/>
            <a:headEnd len="sm" w="sm" type="none"/>
            <a:tailEnd len="sm" w="sm" type="none"/>
          </a:ln>
        </p:spPr>
        <p:txBody>
          <a:bodyPr anchorCtr="0" anchor="t" bIns="91425" lIns="91425" spcFirstLastPara="1" rIns="91425" wrap="square" tIns="91425">
            <a:normAutofit/>
          </a:bodyPr>
          <a:lstStyle>
            <a:lvl1pPr indent="-323850" lvl="0" marL="457200">
              <a:spcBef>
                <a:spcPts val="0"/>
              </a:spcBef>
              <a:spcAft>
                <a:spcPts val="0"/>
              </a:spcAft>
              <a:buSzPts val="15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1 1">
  <p:cSld name="TITLE_1_1_1">
    <p:spTree>
      <p:nvGrpSpPr>
        <p:cNvPr id="132" name="Shape 132"/>
        <p:cNvGrpSpPr/>
        <p:nvPr/>
      </p:nvGrpSpPr>
      <p:grpSpPr>
        <a:xfrm>
          <a:off x="0" y="0"/>
          <a:ext cx="0" cy="0"/>
          <a:chOff x="0" y="0"/>
          <a:chExt cx="0" cy="0"/>
        </a:xfrm>
      </p:grpSpPr>
      <p:sp>
        <p:nvSpPr>
          <p:cNvPr id="133" name="Google Shape;133;p5"/>
          <p:cNvSpPr/>
          <p:nvPr/>
        </p:nvSpPr>
        <p:spPr>
          <a:xfrm>
            <a:off x="-26775" y="2008375"/>
            <a:ext cx="9210650" cy="3172625"/>
          </a:xfrm>
          <a:custGeom>
            <a:rect b="b" l="l" r="r" t="t"/>
            <a:pathLst>
              <a:path extrusionOk="0" h="126905" w="368426">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rgbClr val="418B9A"/>
          </a:solidFill>
          <a:ln>
            <a:noFill/>
          </a:ln>
        </p:spPr>
      </p:sp>
      <p:sp>
        <p:nvSpPr>
          <p:cNvPr id="134" name="Google Shape;134;p5"/>
          <p:cNvSpPr/>
          <p:nvPr/>
        </p:nvSpPr>
        <p:spPr>
          <a:xfrm>
            <a:off x="-26775" y="2139700"/>
            <a:ext cx="9210650" cy="3041300"/>
          </a:xfrm>
          <a:custGeom>
            <a:rect b="b" l="l" r="r" t="t"/>
            <a:pathLst>
              <a:path extrusionOk="0" h="121652" w="368426">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E28F53"/>
          </a:solidFill>
          <a:ln>
            <a:noFill/>
          </a:ln>
        </p:spPr>
      </p:sp>
      <p:sp>
        <p:nvSpPr>
          <p:cNvPr id="135" name="Google Shape;135;p5"/>
          <p:cNvSpPr/>
          <p:nvPr/>
        </p:nvSpPr>
        <p:spPr>
          <a:xfrm rot="8100000">
            <a:off x="1847981" y="1814569"/>
            <a:ext cx="122612" cy="122612"/>
          </a:xfrm>
          <a:prstGeom prst="teardrop">
            <a:avLst>
              <a:gd fmla="val 100000" name="adj"/>
            </a:avLst>
          </a:prstGeom>
          <a:solidFill>
            <a:srgbClr val="AFF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
          <p:cNvSpPr/>
          <p:nvPr/>
        </p:nvSpPr>
        <p:spPr>
          <a:xfrm rot="8100000">
            <a:off x="6038981" y="2098419"/>
            <a:ext cx="122612" cy="122612"/>
          </a:xfrm>
          <a:prstGeom prst="teardrop">
            <a:avLst>
              <a:gd fmla="val 100000" name="adj"/>
            </a:avLst>
          </a:prstGeom>
          <a:noFill/>
          <a:ln cap="flat" cmpd="sng" w="28575">
            <a:solidFill>
              <a:srgbClr val="00CE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rot="8100000">
            <a:off x="7181981" y="2131769"/>
            <a:ext cx="122612" cy="122612"/>
          </a:xfrm>
          <a:prstGeom prst="teardrop">
            <a:avLst>
              <a:gd fmla="val 100000" name="adj"/>
            </a:avLst>
          </a:prstGeom>
          <a:solidFill>
            <a:srgbClr val="00C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5"/>
          <p:cNvGrpSpPr/>
          <p:nvPr/>
        </p:nvGrpSpPr>
        <p:grpSpPr>
          <a:xfrm>
            <a:off x="-9525" y="2024075"/>
            <a:ext cx="9167825" cy="595300"/>
            <a:chOff x="-9525" y="4462475"/>
            <a:chExt cx="9167825" cy="595300"/>
          </a:xfrm>
        </p:grpSpPr>
        <p:sp>
          <p:nvSpPr>
            <p:cNvPr id="139" name="Google Shape;139;p5"/>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rgbClr val="3C78D8"/>
              </a:solidFill>
              <a:prstDash val="solid"/>
              <a:round/>
              <a:headEnd len="med" w="med" type="none"/>
              <a:tailEnd len="med" w="med" type="none"/>
            </a:ln>
          </p:spPr>
        </p:sp>
        <p:sp>
          <p:nvSpPr>
            <p:cNvPr id="140" name="Google Shape;140;p5"/>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rgbClr val="3C78D8"/>
              </a:solidFill>
              <a:prstDash val="solid"/>
              <a:round/>
              <a:headEnd len="med" w="med" type="none"/>
              <a:tailEnd len="med" w="med" type="none"/>
            </a:ln>
          </p:spPr>
        </p:sp>
        <p:sp>
          <p:nvSpPr>
            <p:cNvPr id="141" name="Google Shape;141;p5"/>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rgbClr val="3C78D8"/>
              </a:solidFill>
              <a:prstDash val="solid"/>
              <a:round/>
              <a:headEnd len="med" w="med" type="none"/>
              <a:tailEnd len="med" w="med" type="none"/>
            </a:ln>
          </p:spPr>
        </p:sp>
      </p:grpSp>
      <p:grpSp>
        <p:nvGrpSpPr>
          <p:cNvPr id="142" name="Google Shape;142;p5"/>
          <p:cNvGrpSpPr/>
          <p:nvPr/>
        </p:nvGrpSpPr>
        <p:grpSpPr>
          <a:xfrm>
            <a:off x="-42837" y="2005088"/>
            <a:ext cx="9229575" cy="642788"/>
            <a:chOff x="-42837" y="4443488"/>
            <a:chExt cx="9229575" cy="642788"/>
          </a:xfrm>
        </p:grpSpPr>
        <p:sp>
          <p:nvSpPr>
            <p:cNvPr id="143" name="Google Shape;143;p5"/>
            <p:cNvSpPr/>
            <p:nvPr/>
          </p:nvSpPr>
          <p:spPr>
            <a:xfrm>
              <a:off x="1114450" y="49006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1495450" y="502927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
            <p:cNvSpPr/>
            <p:nvPr/>
          </p:nvSpPr>
          <p:spPr>
            <a:xfrm>
              <a:off x="733450" y="49721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a:off x="352450" y="49626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a:off x="-42837" y="46054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a:off x="1876450" y="48340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p:nvPr/>
          </p:nvSpPr>
          <p:spPr>
            <a:xfrm>
              <a:off x="2257450" y="48292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p:nvPr/>
          </p:nvSpPr>
          <p:spPr>
            <a:xfrm>
              <a:off x="2638450" y="454826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a:off x="3019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3400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p:nvPr/>
          </p:nvSpPr>
          <p:spPr>
            <a:xfrm>
              <a:off x="3781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p:nvPr/>
          </p:nvSpPr>
          <p:spPr>
            <a:xfrm>
              <a:off x="4162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a:off x="4543450" y="46673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4924450" y="45435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a:off x="5305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
            <p:cNvSpPr/>
            <p:nvPr/>
          </p:nvSpPr>
          <p:spPr>
            <a:xfrm>
              <a:off x="5686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6067450" y="48483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p:nvPr/>
          </p:nvSpPr>
          <p:spPr>
            <a:xfrm>
              <a:off x="6448450" y="47292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a:off x="6829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p:nvPr/>
          </p:nvSpPr>
          <p:spPr>
            <a:xfrm>
              <a:off x="7210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7591450" y="44434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7972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a:off x="8353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8734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p:nvPr/>
          </p:nvSpPr>
          <p:spPr>
            <a:xfrm>
              <a:off x="9129738" y="48673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8" name="Google Shape;168;p5"/>
          <p:cNvSpPr/>
          <p:nvPr/>
        </p:nvSpPr>
        <p:spPr>
          <a:xfrm>
            <a:off x="2990700" y="214780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5"/>
          <p:cNvSpPr/>
          <p:nvPr/>
        </p:nvSpPr>
        <p:spPr>
          <a:xfrm>
            <a:off x="1085700" y="243355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
          <p:cNvSpPr/>
          <p:nvPr/>
        </p:nvSpPr>
        <p:spPr>
          <a:xfrm>
            <a:off x="4895700" y="2077632"/>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
          <p:cNvSpPr/>
          <p:nvPr/>
        </p:nvSpPr>
        <p:spPr>
          <a:xfrm rot="8100000">
            <a:off x="8699949" y="1890769"/>
            <a:ext cx="122612" cy="122612"/>
          </a:xfrm>
          <a:prstGeom prst="teardrop">
            <a:avLst>
              <a:gd fmla="val 100000" name="adj"/>
            </a:avLst>
          </a:prstGeom>
          <a:noFill/>
          <a:ln cap="flat" cmpd="sng" w="28575">
            <a:solidFill>
              <a:srgbClr val="AFF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txBox="1"/>
          <p:nvPr>
            <p:ph type="title"/>
          </p:nvPr>
        </p:nvSpPr>
        <p:spPr>
          <a:xfrm>
            <a:off x="1536538" y="484300"/>
            <a:ext cx="6084000" cy="622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600"/>
              <a:buNone/>
              <a:defRPr sz="2600">
                <a:solidFill>
                  <a:schemeClr val="dk1"/>
                </a:solidFill>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173" name="Google Shape;173;p5"/>
          <p:cNvSpPr txBox="1"/>
          <p:nvPr>
            <p:ph idx="1" type="body"/>
          </p:nvPr>
        </p:nvSpPr>
        <p:spPr>
          <a:xfrm>
            <a:off x="1324213" y="1391600"/>
            <a:ext cx="3043200" cy="3463200"/>
          </a:xfrm>
          <a:prstGeom prst="rect">
            <a:avLst/>
          </a:prstGeom>
          <a:solidFill>
            <a:srgbClr val="FFFFFF"/>
          </a:solidFill>
          <a:ln cap="flat" cmpd="sng" w="28575">
            <a:solidFill>
              <a:srgbClr val="000000"/>
            </a:solidFill>
            <a:prstDash val="solid"/>
            <a:round/>
            <a:headEnd len="sm" w="sm" type="none"/>
            <a:tailEnd len="sm" w="sm" type="none"/>
          </a:ln>
        </p:spPr>
        <p:txBody>
          <a:bodyPr anchorCtr="0" anchor="t" bIns="91425" lIns="91425" spcFirstLastPara="1" rIns="91425" wrap="square" tIns="91425">
            <a:normAutofit/>
          </a:bodyPr>
          <a:lstStyle>
            <a:lvl1pPr indent="-323850" lvl="0" marL="457200" rtl="0">
              <a:spcBef>
                <a:spcPts val="0"/>
              </a:spcBef>
              <a:spcAft>
                <a:spcPts val="0"/>
              </a:spcAft>
              <a:buSzPts val="1500"/>
              <a:buChar char="●"/>
              <a:defRPr/>
            </a:lvl1pPr>
            <a:lvl2pPr indent="-323850" lvl="1" marL="914400" rtl="0">
              <a:spcBef>
                <a:spcPts val="0"/>
              </a:spcBef>
              <a:spcAft>
                <a:spcPts val="0"/>
              </a:spcAft>
              <a:buSzPts val="1500"/>
              <a:buChar char="○"/>
              <a:defRPr/>
            </a:lvl2pPr>
            <a:lvl3pPr indent="-323850" lvl="2" marL="1371600" rtl="0">
              <a:spcBef>
                <a:spcPts val="0"/>
              </a:spcBef>
              <a:spcAft>
                <a:spcPts val="0"/>
              </a:spcAft>
              <a:buSzPts val="1500"/>
              <a:buChar char="■"/>
              <a:defRPr/>
            </a:lvl3pPr>
            <a:lvl4pPr indent="-323850" lvl="3" marL="1828800" rtl="0">
              <a:spcBef>
                <a:spcPts val="0"/>
              </a:spcBef>
              <a:spcAft>
                <a:spcPts val="0"/>
              </a:spcAft>
              <a:buSzPts val="1500"/>
              <a:buChar char="●"/>
              <a:defRPr/>
            </a:lvl4pPr>
            <a:lvl5pPr indent="-323850" lvl="4" marL="2286000" rtl="0">
              <a:spcBef>
                <a:spcPts val="0"/>
              </a:spcBef>
              <a:spcAft>
                <a:spcPts val="0"/>
              </a:spcAft>
              <a:buSzPts val="1500"/>
              <a:buChar char="○"/>
              <a:defRPr/>
            </a:lvl5pPr>
            <a:lvl6pPr indent="-323850" lvl="5" marL="2743200" rtl="0">
              <a:spcBef>
                <a:spcPts val="0"/>
              </a:spcBef>
              <a:spcAft>
                <a:spcPts val="0"/>
              </a:spcAft>
              <a:buSzPts val="1500"/>
              <a:buChar char="■"/>
              <a:defRPr/>
            </a:lvl6pPr>
            <a:lvl7pPr indent="-323850" lvl="6" marL="3200400" rtl="0">
              <a:spcBef>
                <a:spcPts val="0"/>
              </a:spcBef>
              <a:spcAft>
                <a:spcPts val="0"/>
              </a:spcAft>
              <a:buSzPts val="1500"/>
              <a:buChar char="●"/>
              <a:defRPr/>
            </a:lvl7pPr>
            <a:lvl8pPr indent="-323850" lvl="7" marL="3657600" rtl="0">
              <a:spcBef>
                <a:spcPts val="0"/>
              </a:spcBef>
              <a:spcAft>
                <a:spcPts val="0"/>
              </a:spcAft>
              <a:buSzPts val="1500"/>
              <a:buChar char="○"/>
              <a:defRPr/>
            </a:lvl8pPr>
            <a:lvl9pPr indent="-323850" lvl="8" marL="4114800" rtl="0">
              <a:spcBef>
                <a:spcPts val="0"/>
              </a:spcBef>
              <a:spcAft>
                <a:spcPts val="0"/>
              </a:spcAft>
              <a:buSzPts val="1500"/>
              <a:buChar char="■"/>
              <a:defRPr/>
            </a:lvl9pPr>
          </a:lstStyle>
          <a:p/>
        </p:txBody>
      </p:sp>
      <p:sp>
        <p:nvSpPr>
          <p:cNvPr id="174" name="Google Shape;174;p5"/>
          <p:cNvSpPr txBox="1"/>
          <p:nvPr>
            <p:ph idx="2" type="body"/>
          </p:nvPr>
        </p:nvSpPr>
        <p:spPr>
          <a:xfrm>
            <a:off x="4789663" y="1391600"/>
            <a:ext cx="3043200" cy="3463200"/>
          </a:xfrm>
          <a:prstGeom prst="rect">
            <a:avLst/>
          </a:prstGeom>
          <a:solidFill>
            <a:srgbClr val="FFFFFF"/>
          </a:solidFill>
          <a:ln cap="flat" cmpd="sng" w="28575">
            <a:solidFill>
              <a:srgbClr val="000000"/>
            </a:solidFill>
            <a:prstDash val="solid"/>
            <a:round/>
            <a:headEnd len="sm" w="sm" type="none"/>
            <a:tailEnd len="sm" w="sm" type="none"/>
          </a:ln>
        </p:spPr>
        <p:txBody>
          <a:bodyPr anchorCtr="0" anchor="t" bIns="91425" lIns="91425" spcFirstLastPara="1" rIns="91425" wrap="square" tIns="91425">
            <a:normAutofit/>
          </a:bodyPr>
          <a:lstStyle>
            <a:lvl1pPr indent="-323850" lvl="0" marL="457200" rtl="0">
              <a:spcBef>
                <a:spcPts val="0"/>
              </a:spcBef>
              <a:spcAft>
                <a:spcPts val="0"/>
              </a:spcAft>
              <a:buSzPts val="1500"/>
              <a:buChar char="●"/>
              <a:defRPr/>
            </a:lvl1pPr>
            <a:lvl2pPr indent="-323850" lvl="1" marL="914400" rtl="0">
              <a:spcBef>
                <a:spcPts val="0"/>
              </a:spcBef>
              <a:spcAft>
                <a:spcPts val="0"/>
              </a:spcAft>
              <a:buSzPts val="1500"/>
              <a:buChar char="○"/>
              <a:defRPr/>
            </a:lvl2pPr>
            <a:lvl3pPr indent="-323850" lvl="2" marL="1371600" rtl="0">
              <a:spcBef>
                <a:spcPts val="0"/>
              </a:spcBef>
              <a:spcAft>
                <a:spcPts val="0"/>
              </a:spcAft>
              <a:buSzPts val="1500"/>
              <a:buChar char="■"/>
              <a:defRPr/>
            </a:lvl3pPr>
            <a:lvl4pPr indent="-323850" lvl="3" marL="1828800" rtl="0">
              <a:spcBef>
                <a:spcPts val="0"/>
              </a:spcBef>
              <a:spcAft>
                <a:spcPts val="0"/>
              </a:spcAft>
              <a:buSzPts val="1500"/>
              <a:buChar char="●"/>
              <a:defRPr/>
            </a:lvl4pPr>
            <a:lvl5pPr indent="-323850" lvl="4" marL="2286000" rtl="0">
              <a:spcBef>
                <a:spcPts val="0"/>
              </a:spcBef>
              <a:spcAft>
                <a:spcPts val="0"/>
              </a:spcAft>
              <a:buSzPts val="1500"/>
              <a:buChar char="○"/>
              <a:defRPr/>
            </a:lvl5pPr>
            <a:lvl6pPr indent="-323850" lvl="5" marL="2743200" rtl="0">
              <a:spcBef>
                <a:spcPts val="0"/>
              </a:spcBef>
              <a:spcAft>
                <a:spcPts val="0"/>
              </a:spcAft>
              <a:buSzPts val="1500"/>
              <a:buChar char="■"/>
              <a:defRPr/>
            </a:lvl6pPr>
            <a:lvl7pPr indent="-323850" lvl="6" marL="3200400" rtl="0">
              <a:spcBef>
                <a:spcPts val="0"/>
              </a:spcBef>
              <a:spcAft>
                <a:spcPts val="0"/>
              </a:spcAft>
              <a:buSzPts val="1500"/>
              <a:buChar char="●"/>
              <a:defRPr/>
            </a:lvl7pPr>
            <a:lvl8pPr indent="-323850" lvl="7" marL="3657600" rtl="0">
              <a:spcBef>
                <a:spcPts val="0"/>
              </a:spcBef>
              <a:spcAft>
                <a:spcPts val="0"/>
              </a:spcAft>
              <a:buSzPts val="1500"/>
              <a:buChar char="○"/>
              <a:defRPr/>
            </a:lvl8pPr>
            <a:lvl9pPr indent="-323850" lvl="8" marL="4114800" rtl="0">
              <a:spcBef>
                <a:spcPts val="0"/>
              </a:spcBef>
              <a:spcAft>
                <a:spcPts val="0"/>
              </a:spcAft>
              <a:buSzPts val="15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175" name="Shape 175"/>
        <p:cNvGrpSpPr/>
        <p:nvPr/>
      </p:nvGrpSpPr>
      <p:grpSpPr>
        <a:xfrm>
          <a:off x="0" y="0"/>
          <a:ext cx="0" cy="0"/>
          <a:chOff x="0" y="0"/>
          <a:chExt cx="0" cy="0"/>
        </a:xfrm>
      </p:grpSpPr>
      <p:sp>
        <p:nvSpPr>
          <p:cNvPr id="176" name="Google Shape;176;p6"/>
          <p:cNvSpPr txBox="1"/>
          <p:nvPr>
            <p:ph type="title"/>
          </p:nvPr>
        </p:nvSpPr>
        <p:spPr>
          <a:xfrm>
            <a:off x="1068463" y="279075"/>
            <a:ext cx="6996600" cy="595200"/>
          </a:xfrm>
          <a:prstGeom prst="rect">
            <a:avLst/>
          </a:prstGeom>
        </p:spPr>
        <p:txBody>
          <a:bodyPr anchorCtr="0" anchor="b" bIns="91425" lIns="91425" spcFirstLastPara="1" rIns="91425" wrap="square" tIns="91425">
            <a:noAutofit/>
          </a:bodyPr>
          <a:lstStyle>
            <a:lvl1pPr lvl="0">
              <a:spcBef>
                <a:spcPts val="0"/>
              </a:spcBef>
              <a:spcAft>
                <a:spcPts val="0"/>
              </a:spcAft>
              <a:buClr>
                <a:srgbClr val="418B9A"/>
              </a:buClr>
              <a:buSzPts val="2000"/>
              <a:buFont typeface="Lora"/>
              <a:buNone/>
              <a:defRPr>
                <a:solidFill>
                  <a:srgbClr val="418B9A"/>
                </a:solidFill>
                <a:latin typeface="Lora"/>
                <a:ea typeface="Lora"/>
                <a:cs typeface="Lora"/>
                <a:sym typeface="Lora"/>
              </a:defRPr>
            </a:lvl1pPr>
            <a:lvl2pPr lvl="1">
              <a:spcBef>
                <a:spcPts val="0"/>
              </a:spcBef>
              <a:spcAft>
                <a:spcPts val="0"/>
              </a:spcAft>
              <a:buSzPts val="2000"/>
              <a:buFont typeface="Lora"/>
              <a:buNone/>
              <a:defRPr>
                <a:latin typeface="Lora"/>
                <a:ea typeface="Lora"/>
                <a:cs typeface="Lora"/>
                <a:sym typeface="Lora"/>
              </a:defRPr>
            </a:lvl2pPr>
            <a:lvl3pPr lvl="2">
              <a:spcBef>
                <a:spcPts val="0"/>
              </a:spcBef>
              <a:spcAft>
                <a:spcPts val="0"/>
              </a:spcAft>
              <a:buSzPts val="2000"/>
              <a:buFont typeface="Lora"/>
              <a:buNone/>
              <a:defRPr>
                <a:latin typeface="Lora"/>
                <a:ea typeface="Lora"/>
                <a:cs typeface="Lora"/>
                <a:sym typeface="Lora"/>
              </a:defRPr>
            </a:lvl3pPr>
            <a:lvl4pPr lvl="3">
              <a:spcBef>
                <a:spcPts val="0"/>
              </a:spcBef>
              <a:spcAft>
                <a:spcPts val="0"/>
              </a:spcAft>
              <a:buSzPts val="2000"/>
              <a:buFont typeface="Lora"/>
              <a:buNone/>
              <a:defRPr>
                <a:latin typeface="Lora"/>
                <a:ea typeface="Lora"/>
                <a:cs typeface="Lora"/>
                <a:sym typeface="Lora"/>
              </a:defRPr>
            </a:lvl4pPr>
            <a:lvl5pPr lvl="4">
              <a:spcBef>
                <a:spcPts val="0"/>
              </a:spcBef>
              <a:spcAft>
                <a:spcPts val="0"/>
              </a:spcAft>
              <a:buSzPts val="2000"/>
              <a:buFont typeface="Lora"/>
              <a:buNone/>
              <a:defRPr>
                <a:latin typeface="Lora"/>
                <a:ea typeface="Lora"/>
                <a:cs typeface="Lora"/>
                <a:sym typeface="Lora"/>
              </a:defRPr>
            </a:lvl5pPr>
            <a:lvl6pPr lvl="5">
              <a:spcBef>
                <a:spcPts val="0"/>
              </a:spcBef>
              <a:spcAft>
                <a:spcPts val="0"/>
              </a:spcAft>
              <a:buSzPts val="2000"/>
              <a:buFont typeface="Lora"/>
              <a:buNone/>
              <a:defRPr>
                <a:latin typeface="Lora"/>
                <a:ea typeface="Lora"/>
                <a:cs typeface="Lora"/>
                <a:sym typeface="Lora"/>
              </a:defRPr>
            </a:lvl6pPr>
            <a:lvl7pPr lvl="6">
              <a:spcBef>
                <a:spcPts val="0"/>
              </a:spcBef>
              <a:spcAft>
                <a:spcPts val="0"/>
              </a:spcAft>
              <a:buSzPts val="2000"/>
              <a:buFont typeface="Lora"/>
              <a:buNone/>
              <a:defRPr>
                <a:latin typeface="Lora"/>
                <a:ea typeface="Lora"/>
                <a:cs typeface="Lora"/>
                <a:sym typeface="Lora"/>
              </a:defRPr>
            </a:lvl7pPr>
            <a:lvl8pPr lvl="7">
              <a:spcBef>
                <a:spcPts val="0"/>
              </a:spcBef>
              <a:spcAft>
                <a:spcPts val="0"/>
              </a:spcAft>
              <a:buSzPts val="2000"/>
              <a:buFont typeface="Lora"/>
              <a:buNone/>
              <a:defRPr>
                <a:latin typeface="Lora"/>
                <a:ea typeface="Lora"/>
                <a:cs typeface="Lora"/>
                <a:sym typeface="Lora"/>
              </a:defRPr>
            </a:lvl8pPr>
            <a:lvl9pPr lvl="8">
              <a:spcBef>
                <a:spcPts val="0"/>
              </a:spcBef>
              <a:spcAft>
                <a:spcPts val="0"/>
              </a:spcAft>
              <a:buSzPts val="2000"/>
              <a:buFont typeface="Lora"/>
              <a:buNone/>
              <a:defRPr>
                <a:latin typeface="Lora"/>
                <a:ea typeface="Lora"/>
                <a:cs typeface="Lora"/>
                <a:sym typeface="Lora"/>
              </a:defRPr>
            </a:lvl9pPr>
          </a:lstStyle>
          <a:p/>
        </p:txBody>
      </p:sp>
      <p:sp>
        <p:nvSpPr>
          <p:cNvPr id="177" name="Google Shape;177;p6"/>
          <p:cNvSpPr txBox="1"/>
          <p:nvPr>
            <p:ph idx="1" type="body"/>
          </p:nvPr>
        </p:nvSpPr>
        <p:spPr>
          <a:xfrm>
            <a:off x="908563" y="1119350"/>
            <a:ext cx="7316400" cy="2382600"/>
          </a:xfrm>
          <a:prstGeom prst="rect">
            <a:avLst/>
          </a:prstGeom>
        </p:spPr>
        <p:txBody>
          <a:bodyPr anchorCtr="0" anchor="ctr" bIns="91425" lIns="91425" spcFirstLastPara="1" rIns="91425" wrap="square" tIns="91425">
            <a:normAutofit/>
          </a:bodyPr>
          <a:lstStyle>
            <a:lvl1pPr indent="-323850" lvl="0" marL="457200">
              <a:spcBef>
                <a:spcPts val="0"/>
              </a:spcBef>
              <a:spcAft>
                <a:spcPts val="0"/>
              </a:spcAft>
              <a:buSzPts val="1500"/>
              <a:buFont typeface="Lora"/>
              <a:buChar char="●"/>
              <a:defRPr sz="1500">
                <a:latin typeface="Lora"/>
                <a:ea typeface="Lora"/>
                <a:cs typeface="Lora"/>
                <a:sym typeface="Lora"/>
              </a:defRPr>
            </a:lvl1pPr>
            <a:lvl2pPr indent="-323850" lvl="1" marL="914400">
              <a:spcBef>
                <a:spcPts val="0"/>
              </a:spcBef>
              <a:spcAft>
                <a:spcPts val="0"/>
              </a:spcAft>
              <a:buSzPts val="1500"/>
              <a:buFont typeface="Lora"/>
              <a:buChar char="○"/>
              <a:defRPr sz="1500">
                <a:latin typeface="Lora"/>
                <a:ea typeface="Lora"/>
                <a:cs typeface="Lora"/>
                <a:sym typeface="Lora"/>
              </a:defRPr>
            </a:lvl2pPr>
            <a:lvl3pPr indent="-323850" lvl="2" marL="1371600">
              <a:spcBef>
                <a:spcPts val="0"/>
              </a:spcBef>
              <a:spcAft>
                <a:spcPts val="0"/>
              </a:spcAft>
              <a:buSzPts val="1500"/>
              <a:buFont typeface="Lora"/>
              <a:buChar char="■"/>
              <a:defRPr sz="1500">
                <a:latin typeface="Lora"/>
                <a:ea typeface="Lora"/>
                <a:cs typeface="Lora"/>
                <a:sym typeface="Lora"/>
              </a:defRPr>
            </a:lvl3pPr>
            <a:lvl4pPr indent="-323850" lvl="3" marL="1828800">
              <a:spcBef>
                <a:spcPts val="0"/>
              </a:spcBef>
              <a:spcAft>
                <a:spcPts val="0"/>
              </a:spcAft>
              <a:buSzPts val="1500"/>
              <a:buFont typeface="Lora"/>
              <a:buChar char="●"/>
              <a:defRPr sz="1500">
                <a:latin typeface="Lora"/>
                <a:ea typeface="Lora"/>
                <a:cs typeface="Lora"/>
                <a:sym typeface="Lora"/>
              </a:defRPr>
            </a:lvl4pPr>
            <a:lvl5pPr indent="-323850" lvl="4" marL="2286000">
              <a:spcBef>
                <a:spcPts val="0"/>
              </a:spcBef>
              <a:spcAft>
                <a:spcPts val="0"/>
              </a:spcAft>
              <a:buSzPts val="1500"/>
              <a:buFont typeface="Lora"/>
              <a:buChar char="○"/>
              <a:defRPr sz="1500">
                <a:latin typeface="Lora"/>
                <a:ea typeface="Lora"/>
                <a:cs typeface="Lora"/>
                <a:sym typeface="Lora"/>
              </a:defRPr>
            </a:lvl5pPr>
            <a:lvl6pPr indent="-323850" lvl="5" marL="2743200">
              <a:spcBef>
                <a:spcPts val="0"/>
              </a:spcBef>
              <a:spcAft>
                <a:spcPts val="0"/>
              </a:spcAft>
              <a:buSzPts val="1500"/>
              <a:buFont typeface="Lora"/>
              <a:buChar char="■"/>
              <a:defRPr sz="1500">
                <a:latin typeface="Lora"/>
                <a:ea typeface="Lora"/>
                <a:cs typeface="Lora"/>
                <a:sym typeface="Lora"/>
              </a:defRPr>
            </a:lvl6pPr>
            <a:lvl7pPr indent="-323850" lvl="6" marL="3200400">
              <a:spcBef>
                <a:spcPts val="0"/>
              </a:spcBef>
              <a:spcAft>
                <a:spcPts val="0"/>
              </a:spcAft>
              <a:buSzPts val="1500"/>
              <a:buFont typeface="Lora"/>
              <a:buChar char="●"/>
              <a:defRPr sz="1500">
                <a:latin typeface="Lora"/>
                <a:ea typeface="Lora"/>
                <a:cs typeface="Lora"/>
                <a:sym typeface="Lora"/>
              </a:defRPr>
            </a:lvl7pPr>
            <a:lvl8pPr indent="-323850" lvl="7" marL="3657600">
              <a:spcBef>
                <a:spcPts val="0"/>
              </a:spcBef>
              <a:spcAft>
                <a:spcPts val="0"/>
              </a:spcAft>
              <a:buSzPts val="1500"/>
              <a:buFont typeface="Lora"/>
              <a:buChar char="○"/>
              <a:defRPr sz="1500">
                <a:latin typeface="Lora"/>
                <a:ea typeface="Lora"/>
                <a:cs typeface="Lora"/>
                <a:sym typeface="Lora"/>
              </a:defRPr>
            </a:lvl8pPr>
            <a:lvl9pPr indent="-323850" lvl="8" marL="4114800">
              <a:spcBef>
                <a:spcPts val="0"/>
              </a:spcBef>
              <a:spcAft>
                <a:spcPts val="0"/>
              </a:spcAft>
              <a:buSzPts val="1500"/>
              <a:buFont typeface="Lora"/>
              <a:buChar char="■"/>
              <a:defRPr sz="1500">
                <a:latin typeface="Lora"/>
                <a:ea typeface="Lora"/>
                <a:cs typeface="Lora"/>
                <a:sym typeface="Lora"/>
              </a:defRPr>
            </a:lvl9pPr>
          </a:lstStyle>
          <a:p/>
        </p:txBody>
      </p:sp>
      <p:sp>
        <p:nvSpPr>
          <p:cNvPr id="178" name="Google Shape;178;p6"/>
          <p:cNvSpPr/>
          <p:nvPr/>
        </p:nvSpPr>
        <p:spPr>
          <a:xfrm>
            <a:off x="-28575" y="4446775"/>
            <a:ext cx="9191625" cy="712478"/>
          </a:xfrm>
          <a:custGeom>
            <a:rect b="b" l="l" r="r" t="t"/>
            <a:pathLst>
              <a:path extrusionOk="0" h="41339" w="367665">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rgbClr val="418B9A"/>
          </a:solidFill>
          <a:ln>
            <a:noFill/>
          </a:ln>
        </p:spPr>
      </p:sp>
      <p:sp>
        <p:nvSpPr>
          <p:cNvPr id="179" name="Google Shape;179;p6"/>
          <p:cNvSpPr/>
          <p:nvPr/>
        </p:nvSpPr>
        <p:spPr>
          <a:xfrm>
            <a:off x="-28575" y="4578111"/>
            <a:ext cx="9191625" cy="584439"/>
          </a:xfrm>
          <a:custGeom>
            <a:rect b="b" l="l" r="r" t="t"/>
            <a:pathLst>
              <a:path extrusionOk="0" h="33910" w="367665">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E28F53"/>
          </a:solidFill>
          <a:ln>
            <a:noFill/>
          </a:ln>
        </p:spPr>
      </p:sp>
      <p:sp>
        <p:nvSpPr>
          <p:cNvPr id="180" name="Google Shape;180;p6"/>
          <p:cNvSpPr/>
          <p:nvPr/>
        </p:nvSpPr>
        <p:spPr>
          <a:xfrm rot="8100000">
            <a:off x="1847981" y="4252969"/>
            <a:ext cx="122612" cy="122612"/>
          </a:xfrm>
          <a:prstGeom prst="teardrop">
            <a:avLst>
              <a:gd fmla="val 100000" name="adj"/>
            </a:avLst>
          </a:prstGeom>
          <a:solidFill>
            <a:srgbClr val="E691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rot="8100000">
            <a:off x="6038981" y="4536819"/>
            <a:ext cx="122612" cy="122612"/>
          </a:xfrm>
          <a:prstGeom prst="teardrop">
            <a:avLst>
              <a:gd fmla="val 100000" name="adj"/>
            </a:avLst>
          </a:prstGeom>
          <a:noFill/>
          <a:ln cap="flat" cmpd="sng" w="28575">
            <a:solidFill>
              <a:srgbClr val="E28F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
          <p:cNvSpPr/>
          <p:nvPr/>
        </p:nvSpPr>
        <p:spPr>
          <a:xfrm rot="8100000">
            <a:off x="7181981" y="4570169"/>
            <a:ext cx="122612" cy="122612"/>
          </a:xfrm>
          <a:prstGeom prst="teardrop">
            <a:avLst>
              <a:gd fmla="val 100000" name="adj"/>
            </a:avLst>
          </a:prstGeom>
          <a:solidFill>
            <a:srgbClr val="418B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3" name="Google Shape;183;p6"/>
          <p:cNvGrpSpPr/>
          <p:nvPr/>
        </p:nvGrpSpPr>
        <p:grpSpPr>
          <a:xfrm>
            <a:off x="-9525" y="4462475"/>
            <a:ext cx="9167825" cy="595300"/>
            <a:chOff x="-9525" y="4462475"/>
            <a:chExt cx="9167825" cy="595300"/>
          </a:xfrm>
        </p:grpSpPr>
        <p:sp>
          <p:nvSpPr>
            <p:cNvPr id="184" name="Google Shape;184;p6"/>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rgbClr val="3C78D8"/>
              </a:solidFill>
              <a:prstDash val="solid"/>
              <a:round/>
              <a:headEnd len="med" w="med" type="none"/>
              <a:tailEnd len="med" w="med" type="none"/>
            </a:ln>
          </p:spPr>
        </p:sp>
        <p:sp>
          <p:nvSpPr>
            <p:cNvPr id="185" name="Google Shape;185;p6"/>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rgbClr val="3C78D8"/>
              </a:solidFill>
              <a:prstDash val="solid"/>
              <a:round/>
              <a:headEnd len="med" w="med" type="none"/>
              <a:tailEnd len="med" w="med" type="none"/>
            </a:ln>
          </p:spPr>
        </p:sp>
        <p:sp>
          <p:nvSpPr>
            <p:cNvPr id="186" name="Google Shape;186;p6"/>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rgbClr val="3C78D8"/>
              </a:solidFill>
              <a:prstDash val="solid"/>
              <a:round/>
              <a:headEnd len="med" w="med" type="none"/>
              <a:tailEnd len="med" w="med" type="none"/>
            </a:ln>
          </p:spPr>
        </p:sp>
      </p:grpSp>
      <p:grpSp>
        <p:nvGrpSpPr>
          <p:cNvPr id="187" name="Google Shape;187;p6"/>
          <p:cNvGrpSpPr/>
          <p:nvPr/>
        </p:nvGrpSpPr>
        <p:grpSpPr>
          <a:xfrm>
            <a:off x="-42837" y="4443488"/>
            <a:ext cx="9229575" cy="642787"/>
            <a:chOff x="-42837" y="4443488"/>
            <a:chExt cx="9229575" cy="642787"/>
          </a:xfrm>
        </p:grpSpPr>
        <p:sp>
          <p:nvSpPr>
            <p:cNvPr id="188" name="Google Shape;188;p6"/>
            <p:cNvSpPr/>
            <p:nvPr/>
          </p:nvSpPr>
          <p:spPr>
            <a:xfrm>
              <a:off x="1114450" y="49006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
            <p:cNvSpPr/>
            <p:nvPr/>
          </p:nvSpPr>
          <p:spPr>
            <a:xfrm>
              <a:off x="1495450" y="502927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
            <p:cNvSpPr/>
            <p:nvPr/>
          </p:nvSpPr>
          <p:spPr>
            <a:xfrm>
              <a:off x="733450" y="49721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
            <p:cNvSpPr/>
            <p:nvPr/>
          </p:nvSpPr>
          <p:spPr>
            <a:xfrm>
              <a:off x="352450" y="49626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
            <p:cNvSpPr/>
            <p:nvPr/>
          </p:nvSpPr>
          <p:spPr>
            <a:xfrm>
              <a:off x="-42837" y="46054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1876450" y="48340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6"/>
            <p:cNvSpPr/>
            <p:nvPr/>
          </p:nvSpPr>
          <p:spPr>
            <a:xfrm>
              <a:off x="2257450" y="48292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p:nvPr/>
          </p:nvSpPr>
          <p:spPr>
            <a:xfrm>
              <a:off x="2638450" y="454826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p:nvPr/>
          </p:nvSpPr>
          <p:spPr>
            <a:xfrm>
              <a:off x="3019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6"/>
            <p:cNvSpPr/>
            <p:nvPr/>
          </p:nvSpPr>
          <p:spPr>
            <a:xfrm>
              <a:off x="3400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
            <p:cNvSpPr/>
            <p:nvPr/>
          </p:nvSpPr>
          <p:spPr>
            <a:xfrm>
              <a:off x="3781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6"/>
            <p:cNvSpPr/>
            <p:nvPr/>
          </p:nvSpPr>
          <p:spPr>
            <a:xfrm>
              <a:off x="4162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6"/>
            <p:cNvSpPr/>
            <p:nvPr/>
          </p:nvSpPr>
          <p:spPr>
            <a:xfrm>
              <a:off x="4543450" y="46673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p:nvPr/>
          </p:nvSpPr>
          <p:spPr>
            <a:xfrm>
              <a:off x="4924450" y="45435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
            <p:cNvSpPr/>
            <p:nvPr/>
          </p:nvSpPr>
          <p:spPr>
            <a:xfrm>
              <a:off x="5305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6"/>
            <p:cNvSpPr/>
            <p:nvPr/>
          </p:nvSpPr>
          <p:spPr>
            <a:xfrm>
              <a:off x="5686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6"/>
            <p:cNvSpPr/>
            <p:nvPr/>
          </p:nvSpPr>
          <p:spPr>
            <a:xfrm>
              <a:off x="6067450" y="48483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6"/>
            <p:cNvSpPr/>
            <p:nvPr/>
          </p:nvSpPr>
          <p:spPr>
            <a:xfrm>
              <a:off x="6448450" y="47292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6"/>
            <p:cNvSpPr/>
            <p:nvPr/>
          </p:nvSpPr>
          <p:spPr>
            <a:xfrm>
              <a:off x="6829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6"/>
            <p:cNvSpPr/>
            <p:nvPr/>
          </p:nvSpPr>
          <p:spPr>
            <a:xfrm>
              <a:off x="7210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
            <p:cNvSpPr/>
            <p:nvPr/>
          </p:nvSpPr>
          <p:spPr>
            <a:xfrm>
              <a:off x="7591450" y="44434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6"/>
            <p:cNvSpPr/>
            <p:nvPr/>
          </p:nvSpPr>
          <p:spPr>
            <a:xfrm>
              <a:off x="7972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6"/>
            <p:cNvSpPr/>
            <p:nvPr/>
          </p:nvSpPr>
          <p:spPr>
            <a:xfrm>
              <a:off x="8353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6"/>
            <p:cNvSpPr/>
            <p:nvPr/>
          </p:nvSpPr>
          <p:spPr>
            <a:xfrm>
              <a:off x="8734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6"/>
            <p:cNvSpPr/>
            <p:nvPr/>
          </p:nvSpPr>
          <p:spPr>
            <a:xfrm>
              <a:off x="9129738" y="48673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3" name="Google Shape;213;p6"/>
          <p:cNvSpPr/>
          <p:nvPr/>
        </p:nvSpPr>
        <p:spPr>
          <a:xfrm>
            <a:off x="2990700" y="458620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6"/>
          <p:cNvSpPr/>
          <p:nvPr/>
        </p:nvSpPr>
        <p:spPr>
          <a:xfrm>
            <a:off x="1085700" y="487195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6"/>
          <p:cNvSpPr/>
          <p:nvPr/>
        </p:nvSpPr>
        <p:spPr>
          <a:xfrm>
            <a:off x="4895700" y="4516032"/>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6"/>
          <p:cNvSpPr/>
          <p:nvPr/>
        </p:nvSpPr>
        <p:spPr>
          <a:xfrm rot="8100000">
            <a:off x="8699949" y="4329169"/>
            <a:ext cx="122612" cy="122612"/>
          </a:xfrm>
          <a:prstGeom prst="teardrop">
            <a:avLst>
              <a:gd fmla="val 100000" name="adj"/>
            </a:avLst>
          </a:prstGeom>
          <a:noFill/>
          <a:ln cap="flat" cmpd="sng" w="28575">
            <a:solidFill>
              <a:srgbClr val="E28F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217" name="Shape 217"/>
        <p:cNvGrpSpPr/>
        <p:nvPr/>
      </p:nvGrpSpPr>
      <p:grpSpPr>
        <a:xfrm>
          <a:off x="0" y="0"/>
          <a:ext cx="0" cy="0"/>
          <a:chOff x="0" y="0"/>
          <a:chExt cx="0" cy="0"/>
        </a:xfrm>
      </p:grpSpPr>
      <p:sp>
        <p:nvSpPr>
          <p:cNvPr id="218" name="Google Shape;218;p7"/>
          <p:cNvSpPr txBox="1"/>
          <p:nvPr>
            <p:ph type="title"/>
          </p:nvPr>
        </p:nvSpPr>
        <p:spPr>
          <a:xfrm>
            <a:off x="1068925" y="329375"/>
            <a:ext cx="6996600" cy="525300"/>
          </a:xfrm>
          <a:prstGeom prst="rect">
            <a:avLst/>
          </a:prstGeom>
        </p:spPr>
        <p:txBody>
          <a:bodyPr anchorCtr="0" anchor="b" bIns="91425" lIns="91425" spcFirstLastPara="1" rIns="91425" wrap="square" tIns="91425">
            <a:noAutofit/>
          </a:bodyPr>
          <a:lstStyle>
            <a:lvl1pPr lvl="0">
              <a:spcBef>
                <a:spcPts val="0"/>
              </a:spcBef>
              <a:spcAft>
                <a:spcPts val="0"/>
              </a:spcAft>
              <a:buClr>
                <a:srgbClr val="418B9A"/>
              </a:buClr>
              <a:buSzPts val="2000"/>
              <a:buFont typeface="Lora"/>
              <a:buNone/>
              <a:defRPr>
                <a:solidFill>
                  <a:srgbClr val="418B9A"/>
                </a:solidFill>
                <a:latin typeface="Lora"/>
                <a:ea typeface="Lora"/>
                <a:cs typeface="Lora"/>
                <a:sym typeface="Lora"/>
              </a:defRPr>
            </a:lvl1pPr>
            <a:lvl2pPr lvl="1">
              <a:spcBef>
                <a:spcPts val="0"/>
              </a:spcBef>
              <a:spcAft>
                <a:spcPts val="0"/>
              </a:spcAft>
              <a:buSzPts val="2000"/>
              <a:buFont typeface="Lora"/>
              <a:buNone/>
              <a:defRPr>
                <a:latin typeface="Lora"/>
                <a:ea typeface="Lora"/>
                <a:cs typeface="Lora"/>
                <a:sym typeface="Lora"/>
              </a:defRPr>
            </a:lvl2pPr>
            <a:lvl3pPr lvl="2">
              <a:spcBef>
                <a:spcPts val="0"/>
              </a:spcBef>
              <a:spcAft>
                <a:spcPts val="0"/>
              </a:spcAft>
              <a:buSzPts val="2000"/>
              <a:buFont typeface="Lora"/>
              <a:buNone/>
              <a:defRPr>
                <a:latin typeface="Lora"/>
                <a:ea typeface="Lora"/>
                <a:cs typeface="Lora"/>
                <a:sym typeface="Lora"/>
              </a:defRPr>
            </a:lvl3pPr>
            <a:lvl4pPr lvl="3">
              <a:spcBef>
                <a:spcPts val="0"/>
              </a:spcBef>
              <a:spcAft>
                <a:spcPts val="0"/>
              </a:spcAft>
              <a:buSzPts val="2000"/>
              <a:buFont typeface="Lora"/>
              <a:buNone/>
              <a:defRPr>
                <a:latin typeface="Lora"/>
                <a:ea typeface="Lora"/>
                <a:cs typeface="Lora"/>
                <a:sym typeface="Lora"/>
              </a:defRPr>
            </a:lvl4pPr>
            <a:lvl5pPr lvl="4">
              <a:spcBef>
                <a:spcPts val="0"/>
              </a:spcBef>
              <a:spcAft>
                <a:spcPts val="0"/>
              </a:spcAft>
              <a:buSzPts val="2000"/>
              <a:buFont typeface="Lora"/>
              <a:buNone/>
              <a:defRPr>
                <a:latin typeface="Lora"/>
                <a:ea typeface="Lora"/>
                <a:cs typeface="Lora"/>
                <a:sym typeface="Lora"/>
              </a:defRPr>
            </a:lvl5pPr>
            <a:lvl6pPr lvl="5">
              <a:spcBef>
                <a:spcPts val="0"/>
              </a:spcBef>
              <a:spcAft>
                <a:spcPts val="0"/>
              </a:spcAft>
              <a:buSzPts val="2000"/>
              <a:buFont typeface="Lora"/>
              <a:buNone/>
              <a:defRPr>
                <a:latin typeface="Lora"/>
                <a:ea typeface="Lora"/>
                <a:cs typeface="Lora"/>
                <a:sym typeface="Lora"/>
              </a:defRPr>
            </a:lvl6pPr>
            <a:lvl7pPr lvl="6">
              <a:spcBef>
                <a:spcPts val="0"/>
              </a:spcBef>
              <a:spcAft>
                <a:spcPts val="0"/>
              </a:spcAft>
              <a:buSzPts val="2000"/>
              <a:buFont typeface="Lora"/>
              <a:buNone/>
              <a:defRPr>
                <a:latin typeface="Lora"/>
                <a:ea typeface="Lora"/>
                <a:cs typeface="Lora"/>
                <a:sym typeface="Lora"/>
              </a:defRPr>
            </a:lvl7pPr>
            <a:lvl8pPr lvl="7">
              <a:spcBef>
                <a:spcPts val="0"/>
              </a:spcBef>
              <a:spcAft>
                <a:spcPts val="0"/>
              </a:spcAft>
              <a:buSzPts val="2000"/>
              <a:buFont typeface="Lora"/>
              <a:buNone/>
              <a:defRPr>
                <a:latin typeface="Lora"/>
                <a:ea typeface="Lora"/>
                <a:cs typeface="Lora"/>
                <a:sym typeface="Lora"/>
              </a:defRPr>
            </a:lvl8pPr>
            <a:lvl9pPr lvl="8">
              <a:spcBef>
                <a:spcPts val="0"/>
              </a:spcBef>
              <a:spcAft>
                <a:spcPts val="0"/>
              </a:spcAft>
              <a:buSzPts val="2000"/>
              <a:buFont typeface="Lora"/>
              <a:buNone/>
              <a:defRPr>
                <a:latin typeface="Lora"/>
                <a:ea typeface="Lora"/>
                <a:cs typeface="Lora"/>
                <a:sym typeface="Lora"/>
              </a:defRPr>
            </a:lvl9pPr>
          </a:lstStyle>
          <a:p/>
        </p:txBody>
      </p:sp>
      <p:sp>
        <p:nvSpPr>
          <p:cNvPr id="219" name="Google Shape;219;p7"/>
          <p:cNvSpPr/>
          <p:nvPr/>
        </p:nvSpPr>
        <p:spPr>
          <a:xfrm>
            <a:off x="-28575" y="4446775"/>
            <a:ext cx="9191625" cy="712478"/>
          </a:xfrm>
          <a:custGeom>
            <a:rect b="b" l="l" r="r" t="t"/>
            <a:pathLst>
              <a:path extrusionOk="0" h="41339" w="367665">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rgbClr val="418B9A"/>
          </a:solidFill>
          <a:ln>
            <a:noFill/>
          </a:ln>
        </p:spPr>
      </p:sp>
      <p:sp>
        <p:nvSpPr>
          <p:cNvPr id="220" name="Google Shape;220;p7"/>
          <p:cNvSpPr/>
          <p:nvPr/>
        </p:nvSpPr>
        <p:spPr>
          <a:xfrm>
            <a:off x="-28575" y="4578111"/>
            <a:ext cx="9191625" cy="584439"/>
          </a:xfrm>
          <a:custGeom>
            <a:rect b="b" l="l" r="r" t="t"/>
            <a:pathLst>
              <a:path extrusionOk="0" h="33910" w="367665">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E28F53"/>
          </a:solidFill>
          <a:ln>
            <a:noFill/>
          </a:ln>
        </p:spPr>
      </p:sp>
      <p:sp>
        <p:nvSpPr>
          <p:cNvPr id="221" name="Google Shape;221;p7"/>
          <p:cNvSpPr/>
          <p:nvPr/>
        </p:nvSpPr>
        <p:spPr>
          <a:xfrm rot="8100000">
            <a:off x="1847981" y="4252969"/>
            <a:ext cx="122612" cy="122612"/>
          </a:xfrm>
          <a:prstGeom prst="teardrop">
            <a:avLst>
              <a:gd fmla="val 100000" name="adj"/>
            </a:avLst>
          </a:prstGeom>
          <a:solidFill>
            <a:srgbClr val="E28F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7"/>
          <p:cNvSpPr/>
          <p:nvPr/>
        </p:nvSpPr>
        <p:spPr>
          <a:xfrm rot="8100000">
            <a:off x="6038981" y="4536819"/>
            <a:ext cx="122612" cy="122612"/>
          </a:xfrm>
          <a:prstGeom prst="teardrop">
            <a:avLst>
              <a:gd fmla="val 100000" name="adj"/>
            </a:avLst>
          </a:prstGeom>
          <a:noFill/>
          <a:ln cap="flat" cmpd="sng" w="28575">
            <a:solidFill>
              <a:srgbClr val="E28F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
          <p:cNvSpPr/>
          <p:nvPr/>
        </p:nvSpPr>
        <p:spPr>
          <a:xfrm rot="8100000">
            <a:off x="7181981" y="4570169"/>
            <a:ext cx="122612" cy="122612"/>
          </a:xfrm>
          <a:prstGeom prst="teardrop">
            <a:avLst>
              <a:gd fmla="val 100000" name="adj"/>
            </a:avLst>
          </a:prstGeom>
          <a:solidFill>
            <a:srgbClr val="418B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4" name="Google Shape;224;p7"/>
          <p:cNvGrpSpPr/>
          <p:nvPr/>
        </p:nvGrpSpPr>
        <p:grpSpPr>
          <a:xfrm>
            <a:off x="-42837" y="4443488"/>
            <a:ext cx="9229575" cy="642787"/>
            <a:chOff x="-42837" y="4443488"/>
            <a:chExt cx="9229575" cy="642787"/>
          </a:xfrm>
        </p:grpSpPr>
        <p:sp>
          <p:nvSpPr>
            <p:cNvPr id="225" name="Google Shape;225;p7"/>
            <p:cNvSpPr/>
            <p:nvPr/>
          </p:nvSpPr>
          <p:spPr>
            <a:xfrm>
              <a:off x="1114450" y="49006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7"/>
            <p:cNvSpPr/>
            <p:nvPr/>
          </p:nvSpPr>
          <p:spPr>
            <a:xfrm>
              <a:off x="1495450" y="502927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7"/>
            <p:cNvSpPr/>
            <p:nvPr/>
          </p:nvSpPr>
          <p:spPr>
            <a:xfrm>
              <a:off x="733450" y="49721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7"/>
            <p:cNvSpPr/>
            <p:nvPr/>
          </p:nvSpPr>
          <p:spPr>
            <a:xfrm>
              <a:off x="352450" y="49626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7"/>
            <p:cNvSpPr/>
            <p:nvPr/>
          </p:nvSpPr>
          <p:spPr>
            <a:xfrm>
              <a:off x="-42837" y="46054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7"/>
            <p:cNvSpPr/>
            <p:nvPr/>
          </p:nvSpPr>
          <p:spPr>
            <a:xfrm>
              <a:off x="1876450" y="48340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7"/>
            <p:cNvSpPr/>
            <p:nvPr/>
          </p:nvSpPr>
          <p:spPr>
            <a:xfrm>
              <a:off x="2257450" y="48292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7"/>
            <p:cNvSpPr/>
            <p:nvPr/>
          </p:nvSpPr>
          <p:spPr>
            <a:xfrm>
              <a:off x="2638450" y="454826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7"/>
            <p:cNvSpPr/>
            <p:nvPr/>
          </p:nvSpPr>
          <p:spPr>
            <a:xfrm>
              <a:off x="3019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7"/>
            <p:cNvSpPr/>
            <p:nvPr/>
          </p:nvSpPr>
          <p:spPr>
            <a:xfrm>
              <a:off x="3400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7"/>
            <p:cNvSpPr/>
            <p:nvPr/>
          </p:nvSpPr>
          <p:spPr>
            <a:xfrm>
              <a:off x="3781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7"/>
            <p:cNvSpPr/>
            <p:nvPr/>
          </p:nvSpPr>
          <p:spPr>
            <a:xfrm>
              <a:off x="4162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7"/>
            <p:cNvSpPr/>
            <p:nvPr/>
          </p:nvSpPr>
          <p:spPr>
            <a:xfrm>
              <a:off x="4543450" y="46673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7"/>
            <p:cNvSpPr/>
            <p:nvPr/>
          </p:nvSpPr>
          <p:spPr>
            <a:xfrm>
              <a:off x="4924450" y="45435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7"/>
            <p:cNvSpPr/>
            <p:nvPr/>
          </p:nvSpPr>
          <p:spPr>
            <a:xfrm>
              <a:off x="5305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7"/>
            <p:cNvSpPr/>
            <p:nvPr/>
          </p:nvSpPr>
          <p:spPr>
            <a:xfrm>
              <a:off x="5686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7"/>
            <p:cNvSpPr/>
            <p:nvPr/>
          </p:nvSpPr>
          <p:spPr>
            <a:xfrm>
              <a:off x="6067450" y="48483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7"/>
            <p:cNvSpPr/>
            <p:nvPr/>
          </p:nvSpPr>
          <p:spPr>
            <a:xfrm>
              <a:off x="6448450" y="47292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7"/>
            <p:cNvSpPr/>
            <p:nvPr/>
          </p:nvSpPr>
          <p:spPr>
            <a:xfrm>
              <a:off x="6829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7"/>
            <p:cNvSpPr/>
            <p:nvPr/>
          </p:nvSpPr>
          <p:spPr>
            <a:xfrm>
              <a:off x="7210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7"/>
            <p:cNvSpPr/>
            <p:nvPr/>
          </p:nvSpPr>
          <p:spPr>
            <a:xfrm>
              <a:off x="7591450" y="44434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7"/>
            <p:cNvSpPr/>
            <p:nvPr/>
          </p:nvSpPr>
          <p:spPr>
            <a:xfrm>
              <a:off x="7972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7"/>
            <p:cNvSpPr/>
            <p:nvPr/>
          </p:nvSpPr>
          <p:spPr>
            <a:xfrm>
              <a:off x="8353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7"/>
            <p:cNvSpPr/>
            <p:nvPr/>
          </p:nvSpPr>
          <p:spPr>
            <a:xfrm>
              <a:off x="8734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7"/>
            <p:cNvSpPr/>
            <p:nvPr/>
          </p:nvSpPr>
          <p:spPr>
            <a:xfrm>
              <a:off x="9129738" y="48673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0" name="Google Shape;250;p7"/>
          <p:cNvGrpSpPr/>
          <p:nvPr/>
        </p:nvGrpSpPr>
        <p:grpSpPr>
          <a:xfrm>
            <a:off x="-9525" y="4462475"/>
            <a:ext cx="9167825" cy="595300"/>
            <a:chOff x="-9525" y="4462475"/>
            <a:chExt cx="9167825" cy="595300"/>
          </a:xfrm>
        </p:grpSpPr>
        <p:sp>
          <p:nvSpPr>
            <p:cNvPr id="251" name="Google Shape;251;p7"/>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rgbClr val="3C78D8"/>
              </a:solidFill>
              <a:prstDash val="solid"/>
              <a:round/>
              <a:headEnd len="med" w="med" type="none"/>
              <a:tailEnd len="med" w="med" type="none"/>
            </a:ln>
          </p:spPr>
        </p:sp>
        <p:sp>
          <p:nvSpPr>
            <p:cNvPr id="252" name="Google Shape;252;p7"/>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rgbClr val="3C78D8"/>
              </a:solidFill>
              <a:prstDash val="solid"/>
              <a:round/>
              <a:headEnd len="med" w="med" type="none"/>
              <a:tailEnd len="med" w="med" type="none"/>
            </a:ln>
          </p:spPr>
        </p:sp>
        <p:sp>
          <p:nvSpPr>
            <p:cNvPr id="253" name="Google Shape;253;p7"/>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rgbClr val="3C78D8"/>
              </a:solidFill>
              <a:prstDash val="solid"/>
              <a:round/>
              <a:headEnd len="med" w="med" type="none"/>
              <a:tailEnd len="med" w="med" type="none"/>
            </a:ln>
          </p:spPr>
        </p:sp>
      </p:grpSp>
      <p:sp>
        <p:nvSpPr>
          <p:cNvPr id="254" name="Google Shape;254;p7"/>
          <p:cNvSpPr/>
          <p:nvPr/>
        </p:nvSpPr>
        <p:spPr>
          <a:xfrm>
            <a:off x="2990700" y="458620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7"/>
          <p:cNvSpPr/>
          <p:nvPr/>
        </p:nvSpPr>
        <p:spPr>
          <a:xfrm>
            <a:off x="1085700" y="487195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7"/>
          <p:cNvSpPr/>
          <p:nvPr/>
        </p:nvSpPr>
        <p:spPr>
          <a:xfrm>
            <a:off x="4895700" y="4516032"/>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7"/>
          <p:cNvSpPr/>
          <p:nvPr/>
        </p:nvSpPr>
        <p:spPr>
          <a:xfrm rot="8100000">
            <a:off x="8699949" y="4329169"/>
            <a:ext cx="122612" cy="122612"/>
          </a:xfrm>
          <a:prstGeom prst="teardrop">
            <a:avLst>
              <a:gd fmla="val 100000" name="adj"/>
            </a:avLst>
          </a:prstGeom>
          <a:noFill/>
          <a:ln cap="flat" cmpd="sng" w="28575">
            <a:solidFill>
              <a:srgbClr val="E28F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7"/>
          <p:cNvSpPr txBox="1"/>
          <p:nvPr/>
        </p:nvSpPr>
        <p:spPr>
          <a:xfrm>
            <a:off x="2590800" y="3858500"/>
            <a:ext cx="3969300" cy="44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Source Sans Pro"/>
              <a:ea typeface="Source Sans Pro"/>
              <a:cs typeface="Source Sans Pro"/>
              <a:sym typeface="Source Sans Pro"/>
            </a:endParaRPr>
          </a:p>
        </p:txBody>
      </p:sp>
      <p:sp>
        <p:nvSpPr>
          <p:cNvPr id="259" name="Google Shape;259;p7"/>
          <p:cNvSpPr txBox="1"/>
          <p:nvPr>
            <p:ph idx="1" type="subTitle"/>
          </p:nvPr>
        </p:nvSpPr>
        <p:spPr>
          <a:xfrm>
            <a:off x="2838925" y="632708"/>
            <a:ext cx="3456600" cy="281100"/>
          </a:xfrm>
          <a:prstGeom prst="rect">
            <a:avLst/>
          </a:prstGeom>
        </p:spPr>
        <p:txBody>
          <a:bodyPr anchorCtr="0" anchor="t" bIns="91425" lIns="91425" spcFirstLastPara="1" rIns="91425" wrap="square" tIns="91425">
            <a:normAutofit/>
          </a:bodyPr>
          <a:lstStyle>
            <a:lvl1pPr lvl="0" algn="ctr">
              <a:spcBef>
                <a:spcPts val="0"/>
              </a:spcBef>
              <a:spcAft>
                <a:spcPts val="0"/>
              </a:spcAft>
              <a:buNone/>
              <a:defRPr sz="1400">
                <a:solidFill>
                  <a:srgbClr val="E28F53"/>
                </a:solidFill>
                <a:latin typeface="Lora"/>
                <a:ea typeface="Lora"/>
                <a:cs typeface="Lora"/>
                <a:sym typeface="Lora"/>
              </a:defRPr>
            </a:lvl1pPr>
            <a:lvl2pPr lvl="1">
              <a:spcBef>
                <a:spcPts val="0"/>
              </a:spcBef>
              <a:spcAft>
                <a:spcPts val="0"/>
              </a:spcAft>
              <a:buNone/>
              <a:defRPr>
                <a:latin typeface="Lora"/>
                <a:ea typeface="Lora"/>
                <a:cs typeface="Lora"/>
                <a:sym typeface="Lora"/>
              </a:defRPr>
            </a:lvl2pPr>
            <a:lvl3pPr lvl="2">
              <a:spcBef>
                <a:spcPts val="0"/>
              </a:spcBef>
              <a:spcAft>
                <a:spcPts val="0"/>
              </a:spcAft>
              <a:buNone/>
              <a:defRPr>
                <a:latin typeface="Lora"/>
                <a:ea typeface="Lora"/>
                <a:cs typeface="Lora"/>
                <a:sym typeface="Lora"/>
              </a:defRPr>
            </a:lvl3pPr>
            <a:lvl4pPr lvl="3">
              <a:spcBef>
                <a:spcPts val="0"/>
              </a:spcBef>
              <a:spcAft>
                <a:spcPts val="0"/>
              </a:spcAft>
              <a:buNone/>
              <a:defRPr>
                <a:latin typeface="Lora"/>
                <a:ea typeface="Lora"/>
                <a:cs typeface="Lora"/>
                <a:sym typeface="Lora"/>
              </a:defRPr>
            </a:lvl4pPr>
            <a:lvl5pPr lvl="4">
              <a:spcBef>
                <a:spcPts val="0"/>
              </a:spcBef>
              <a:spcAft>
                <a:spcPts val="0"/>
              </a:spcAft>
              <a:buNone/>
              <a:defRPr>
                <a:latin typeface="Lora"/>
                <a:ea typeface="Lora"/>
                <a:cs typeface="Lora"/>
                <a:sym typeface="Lora"/>
              </a:defRPr>
            </a:lvl5pPr>
            <a:lvl6pPr lvl="5">
              <a:spcBef>
                <a:spcPts val="0"/>
              </a:spcBef>
              <a:spcAft>
                <a:spcPts val="0"/>
              </a:spcAft>
              <a:buNone/>
              <a:defRPr>
                <a:latin typeface="Lora"/>
                <a:ea typeface="Lora"/>
                <a:cs typeface="Lora"/>
                <a:sym typeface="Lora"/>
              </a:defRPr>
            </a:lvl6pPr>
            <a:lvl7pPr lvl="6">
              <a:spcBef>
                <a:spcPts val="0"/>
              </a:spcBef>
              <a:spcAft>
                <a:spcPts val="0"/>
              </a:spcAft>
              <a:buNone/>
              <a:defRPr>
                <a:latin typeface="Lora"/>
                <a:ea typeface="Lora"/>
                <a:cs typeface="Lora"/>
                <a:sym typeface="Lora"/>
              </a:defRPr>
            </a:lvl7pPr>
            <a:lvl8pPr lvl="7">
              <a:spcBef>
                <a:spcPts val="0"/>
              </a:spcBef>
              <a:spcAft>
                <a:spcPts val="0"/>
              </a:spcAft>
              <a:buNone/>
              <a:defRPr>
                <a:latin typeface="Lora"/>
                <a:ea typeface="Lora"/>
                <a:cs typeface="Lora"/>
                <a:sym typeface="Lora"/>
              </a:defRPr>
            </a:lvl8pPr>
            <a:lvl9pPr lvl="8">
              <a:spcBef>
                <a:spcPts val="0"/>
              </a:spcBef>
              <a:spcAft>
                <a:spcPts val="0"/>
              </a:spcAft>
              <a:buNone/>
              <a:defRPr>
                <a:latin typeface="Lora"/>
                <a:ea typeface="Lora"/>
                <a:cs typeface="Lora"/>
                <a:sym typeface="Lora"/>
              </a:defRPr>
            </a:lvl9pPr>
          </a:lstStyle>
          <a:p/>
        </p:txBody>
      </p:sp>
      <p:sp>
        <p:nvSpPr>
          <p:cNvPr id="260" name="Google Shape;260;p7"/>
          <p:cNvSpPr txBox="1"/>
          <p:nvPr>
            <p:ph idx="2" type="body"/>
          </p:nvPr>
        </p:nvSpPr>
        <p:spPr>
          <a:xfrm>
            <a:off x="917250" y="1172200"/>
            <a:ext cx="7316400" cy="2427900"/>
          </a:xfrm>
          <a:prstGeom prst="rect">
            <a:avLst/>
          </a:prstGeom>
        </p:spPr>
        <p:txBody>
          <a:bodyPr anchorCtr="0" anchor="ctr" bIns="91425" lIns="91425" spcFirstLastPara="1" rIns="91425" wrap="square" tIns="91425">
            <a:normAutofit/>
          </a:bodyPr>
          <a:lstStyle>
            <a:lvl1pPr indent="-323850" lvl="0" marL="457200" rtl="0">
              <a:spcBef>
                <a:spcPts val="0"/>
              </a:spcBef>
              <a:spcAft>
                <a:spcPts val="0"/>
              </a:spcAft>
              <a:buSzPts val="1500"/>
              <a:buFont typeface="Lora"/>
              <a:buChar char="●"/>
              <a:defRPr sz="1500">
                <a:latin typeface="Lora"/>
                <a:ea typeface="Lora"/>
                <a:cs typeface="Lora"/>
                <a:sym typeface="Lora"/>
              </a:defRPr>
            </a:lvl1pPr>
            <a:lvl2pPr indent="-323850" lvl="1" marL="914400" rtl="0">
              <a:spcBef>
                <a:spcPts val="0"/>
              </a:spcBef>
              <a:spcAft>
                <a:spcPts val="0"/>
              </a:spcAft>
              <a:buSzPts val="1500"/>
              <a:buFont typeface="Lora"/>
              <a:buChar char="○"/>
              <a:defRPr sz="1500">
                <a:latin typeface="Lora"/>
                <a:ea typeface="Lora"/>
                <a:cs typeface="Lora"/>
                <a:sym typeface="Lora"/>
              </a:defRPr>
            </a:lvl2pPr>
            <a:lvl3pPr indent="-323850" lvl="2" marL="1371600" rtl="0">
              <a:spcBef>
                <a:spcPts val="0"/>
              </a:spcBef>
              <a:spcAft>
                <a:spcPts val="0"/>
              </a:spcAft>
              <a:buSzPts val="1500"/>
              <a:buFont typeface="Lora"/>
              <a:buChar char="■"/>
              <a:defRPr sz="1500">
                <a:latin typeface="Lora"/>
                <a:ea typeface="Lora"/>
                <a:cs typeface="Lora"/>
                <a:sym typeface="Lora"/>
              </a:defRPr>
            </a:lvl3pPr>
            <a:lvl4pPr indent="-323850" lvl="3" marL="1828800" rtl="0">
              <a:spcBef>
                <a:spcPts val="0"/>
              </a:spcBef>
              <a:spcAft>
                <a:spcPts val="0"/>
              </a:spcAft>
              <a:buSzPts val="1500"/>
              <a:buFont typeface="Lora"/>
              <a:buChar char="●"/>
              <a:defRPr sz="1500">
                <a:latin typeface="Lora"/>
                <a:ea typeface="Lora"/>
                <a:cs typeface="Lora"/>
                <a:sym typeface="Lora"/>
              </a:defRPr>
            </a:lvl4pPr>
            <a:lvl5pPr indent="-323850" lvl="4" marL="2286000" rtl="0">
              <a:spcBef>
                <a:spcPts val="0"/>
              </a:spcBef>
              <a:spcAft>
                <a:spcPts val="0"/>
              </a:spcAft>
              <a:buSzPts val="1500"/>
              <a:buFont typeface="Lora"/>
              <a:buChar char="○"/>
              <a:defRPr sz="1500">
                <a:latin typeface="Lora"/>
                <a:ea typeface="Lora"/>
                <a:cs typeface="Lora"/>
                <a:sym typeface="Lora"/>
              </a:defRPr>
            </a:lvl5pPr>
            <a:lvl6pPr indent="-323850" lvl="5" marL="2743200" rtl="0">
              <a:spcBef>
                <a:spcPts val="0"/>
              </a:spcBef>
              <a:spcAft>
                <a:spcPts val="0"/>
              </a:spcAft>
              <a:buSzPts val="1500"/>
              <a:buFont typeface="Lora"/>
              <a:buChar char="■"/>
              <a:defRPr sz="1500">
                <a:latin typeface="Lora"/>
                <a:ea typeface="Lora"/>
                <a:cs typeface="Lora"/>
                <a:sym typeface="Lora"/>
              </a:defRPr>
            </a:lvl6pPr>
            <a:lvl7pPr indent="-323850" lvl="6" marL="3200400" rtl="0">
              <a:spcBef>
                <a:spcPts val="0"/>
              </a:spcBef>
              <a:spcAft>
                <a:spcPts val="0"/>
              </a:spcAft>
              <a:buSzPts val="1500"/>
              <a:buFont typeface="Lora"/>
              <a:buChar char="●"/>
              <a:defRPr sz="1500">
                <a:latin typeface="Lora"/>
                <a:ea typeface="Lora"/>
                <a:cs typeface="Lora"/>
                <a:sym typeface="Lora"/>
              </a:defRPr>
            </a:lvl7pPr>
            <a:lvl8pPr indent="-323850" lvl="7" marL="3657600" rtl="0">
              <a:spcBef>
                <a:spcPts val="0"/>
              </a:spcBef>
              <a:spcAft>
                <a:spcPts val="0"/>
              </a:spcAft>
              <a:buSzPts val="1500"/>
              <a:buFont typeface="Lora"/>
              <a:buChar char="○"/>
              <a:defRPr sz="1500">
                <a:latin typeface="Lora"/>
                <a:ea typeface="Lora"/>
                <a:cs typeface="Lora"/>
                <a:sym typeface="Lora"/>
              </a:defRPr>
            </a:lvl8pPr>
            <a:lvl9pPr indent="-323850" lvl="8" marL="4114800" rtl="0">
              <a:spcBef>
                <a:spcPts val="0"/>
              </a:spcBef>
              <a:spcAft>
                <a:spcPts val="0"/>
              </a:spcAft>
              <a:buSzPts val="1500"/>
              <a:buFont typeface="Lora"/>
              <a:buChar char="■"/>
              <a:defRPr sz="1500">
                <a:latin typeface="Lora"/>
                <a:ea typeface="Lora"/>
                <a:cs typeface="Lora"/>
                <a:sym typeface="Lora"/>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61" name="Shape 261"/>
        <p:cNvGrpSpPr/>
        <p:nvPr/>
      </p:nvGrpSpPr>
      <p:grpSpPr>
        <a:xfrm>
          <a:off x="0" y="0"/>
          <a:ext cx="0" cy="0"/>
          <a:chOff x="0" y="0"/>
          <a:chExt cx="0" cy="0"/>
        </a:xfrm>
      </p:grpSpPr>
      <p:sp>
        <p:nvSpPr>
          <p:cNvPr id="262" name="Google Shape;262;p8"/>
          <p:cNvSpPr/>
          <p:nvPr/>
        </p:nvSpPr>
        <p:spPr>
          <a:xfrm>
            <a:off x="-28575" y="4446775"/>
            <a:ext cx="9191625" cy="712478"/>
          </a:xfrm>
          <a:custGeom>
            <a:rect b="b" l="l" r="r" t="t"/>
            <a:pathLst>
              <a:path extrusionOk="0" h="41339" w="367665">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rgbClr val="418B9A"/>
          </a:solidFill>
          <a:ln>
            <a:noFill/>
          </a:ln>
        </p:spPr>
      </p:sp>
      <p:sp>
        <p:nvSpPr>
          <p:cNvPr id="263" name="Google Shape;263;p8"/>
          <p:cNvSpPr/>
          <p:nvPr/>
        </p:nvSpPr>
        <p:spPr>
          <a:xfrm>
            <a:off x="-28575" y="4578111"/>
            <a:ext cx="9191625" cy="584439"/>
          </a:xfrm>
          <a:custGeom>
            <a:rect b="b" l="l" r="r" t="t"/>
            <a:pathLst>
              <a:path extrusionOk="0" h="33910" w="367665">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E28F53"/>
          </a:solidFill>
          <a:ln>
            <a:noFill/>
          </a:ln>
        </p:spPr>
      </p:sp>
      <p:sp>
        <p:nvSpPr>
          <p:cNvPr id="264" name="Google Shape;264;p8"/>
          <p:cNvSpPr/>
          <p:nvPr/>
        </p:nvSpPr>
        <p:spPr>
          <a:xfrm rot="8100000">
            <a:off x="1847981" y="4252969"/>
            <a:ext cx="122612" cy="122612"/>
          </a:xfrm>
          <a:prstGeom prst="teardrop">
            <a:avLst>
              <a:gd fmla="val 100000" name="adj"/>
            </a:avLst>
          </a:prstGeom>
          <a:solidFill>
            <a:srgbClr val="E28F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8"/>
          <p:cNvSpPr/>
          <p:nvPr/>
        </p:nvSpPr>
        <p:spPr>
          <a:xfrm rot="8100000">
            <a:off x="6038981" y="4536819"/>
            <a:ext cx="122612" cy="122612"/>
          </a:xfrm>
          <a:prstGeom prst="teardrop">
            <a:avLst>
              <a:gd fmla="val 100000" name="adj"/>
            </a:avLst>
          </a:prstGeom>
          <a:noFill/>
          <a:ln cap="flat" cmpd="sng" w="28575">
            <a:solidFill>
              <a:srgbClr val="E28F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
          <p:cNvSpPr/>
          <p:nvPr/>
        </p:nvSpPr>
        <p:spPr>
          <a:xfrm rot="8100000">
            <a:off x="7181981" y="4570169"/>
            <a:ext cx="122612" cy="122612"/>
          </a:xfrm>
          <a:prstGeom prst="teardrop">
            <a:avLst>
              <a:gd fmla="val 100000" name="adj"/>
            </a:avLst>
          </a:prstGeom>
          <a:solidFill>
            <a:srgbClr val="00C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7" name="Google Shape;267;p8"/>
          <p:cNvGrpSpPr/>
          <p:nvPr/>
        </p:nvGrpSpPr>
        <p:grpSpPr>
          <a:xfrm>
            <a:off x="-9525" y="4462475"/>
            <a:ext cx="9167825" cy="595300"/>
            <a:chOff x="-9525" y="4462475"/>
            <a:chExt cx="9167825" cy="595300"/>
          </a:xfrm>
        </p:grpSpPr>
        <p:sp>
          <p:nvSpPr>
            <p:cNvPr id="268" name="Google Shape;268;p8"/>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rgbClr val="3C78D8"/>
              </a:solidFill>
              <a:prstDash val="solid"/>
              <a:round/>
              <a:headEnd len="med" w="med" type="none"/>
              <a:tailEnd len="med" w="med" type="none"/>
            </a:ln>
          </p:spPr>
        </p:sp>
        <p:sp>
          <p:nvSpPr>
            <p:cNvPr id="269" name="Google Shape;269;p8"/>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rgbClr val="3C78D8"/>
              </a:solidFill>
              <a:prstDash val="solid"/>
              <a:round/>
              <a:headEnd len="med" w="med" type="none"/>
              <a:tailEnd len="med" w="med" type="none"/>
            </a:ln>
          </p:spPr>
        </p:sp>
        <p:sp>
          <p:nvSpPr>
            <p:cNvPr id="270" name="Google Shape;270;p8"/>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rgbClr val="3C78D8"/>
              </a:solidFill>
              <a:prstDash val="solid"/>
              <a:round/>
              <a:headEnd len="med" w="med" type="none"/>
              <a:tailEnd len="med" w="med" type="none"/>
            </a:ln>
          </p:spPr>
        </p:sp>
      </p:grpSp>
      <p:grpSp>
        <p:nvGrpSpPr>
          <p:cNvPr id="271" name="Google Shape;271;p8"/>
          <p:cNvGrpSpPr/>
          <p:nvPr/>
        </p:nvGrpSpPr>
        <p:grpSpPr>
          <a:xfrm>
            <a:off x="-42837" y="4443488"/>
            <a:ext cx="9229575" cy="642787"/>
            <a:chOff x="-42837" y="4443488"/>
            <a:chExt cx="9229575" cy="642787"/>
          </a:xfrm>
        </p:grpSpPr>
        <p:sp>
          <p:nvSpPr>
            <p:cNvPr id="272" name="Google Shape;272;p8"/>
            <p:cNvSpPr/>
            <p:nvPr/>
          </p:nvSpPr>
          <p:spPr>
            <a:xfrm>
              <a:off x="1114450" y="49006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8"/>
            <p:cNvSpPr/>
            <p:nvPr/>
          </p:nvSpPr>
          <p:spPr>
            <a:xfrm>
              <a:off x="1495450" y="502927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8"/>
            <p:cNvSpPr/>
            <p:nvPr/>
          </p:nvSpPr>
          <p:spPr>
            <a:xfrm>
              <a:off x="733450" y="49721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8"/>
            <p:cNvSpPr/>
            <p:nvPr/>
          </p:nvSpPr>
          <p:spPr>
            <a:xfrm>
              <a:off x="352450" y="49626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8"/>
            <p:cNvSpPr/>
            <p:nvPr/>
          </p:nvSpPr>
          <p:spPr>
            <a:xfrm>
              <a:off x="-42837" y="46054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8"/>
            <p:cNvSpPr/>
            <p:nvPr/>
          </p:nvSpPr>
          <p:spPr>
            <a:xfrm>
              <a:off x="1876450" y="48340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8"/>
            <p:cNvSpPr/>
            <p:nvPr/>
          </p:nvSpPr>
          <p:spPr>
            <a:xfrm>
              <a:off x="2257450" y="48292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8"/>
            <p:cNvSpPr/>
            <p:nvPr/>
          </p:nvSpPr>
          <p:spPr>
            <a:xfrm>
              <a:off x="2638450" y="454826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8"/>
            <p:cNvSpPr/>
            <p:nvPr/>
          </p:nvSpPr>
          <p:spPr>
            <a:xfrm>
              <a:off x="3019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8"/>
            <p:cNvSpPr/>
            <p:nvPr/>
          </p:nvSpPr>
          <p:spPr>
            <a:xfrm>
              <a:off x="3400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8"/>
            <p:cNvSpPr/>
            <p:nvPr/>
          </p:nvSpPr>
          <p:spPr>
            <a:xfrm>
              <a:off x="3781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8"/>
            <p:cNvSpPr/>
            <p:nvPr/>
          </p:nvSpPr>
          <p:spPr>
            <a:xfrm>
              <a:off x="4162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8"/>
            <p:cNvSpPr/>
            <p:nvPr/>
          </p:nvSpPr>
          <p:spPr>
            <a:xfrm>
              <a:off x="4543450" y="46673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8"/>
            <p:cNvSpPr/>
            <p:nvPr/>
          </p:nvSpPr>
          <p:spPr>
            <a:xfrm>
              <a:off x="4924450" y="45435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8"/>
            <p:cNvSpPr/>
            <p:nvPr/>
          </p:nvSpPr>
          <p:spPr>
            <a:xfrm>
              <a:off x="5305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8"/>
            <p:cNvSpPr/>
            <p:nvPr/>
          </p:nvSpPr>
          <p:spPr>
            <a:xfrm>
              <a:off x="5686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8"/>
            <p:cNvSpPr/>
            <p:nvPr/>
          </p:nvSpPr>
          <p:spPr>
            <a:xfrm>
              <a:off x="6067450" y="48483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8"/>
            <p:cNvSpPr/>
            <p:nvPr/>
          </p:nvSpPr>
          <p:spPr>
            <a:xfrm>
              <a:off x="6448450" y="47292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8"/>
            <p:cNvSpPr/>
            <p:nvPr/>
          </p:nvSpPr>
          <p:spPr>
            <a:xfrm>
              <a:off x="6829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8"/>
            <p:cNvSpPr/>
            <p:nvPr/>
          </p:nvSpPr>
          <p:spPr>
            <a:xfrm>
              <a:off x="7210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8"/>
            <p:cNvSpPr/>
            <p:nvPr/>
          </p:nvSpPr>
          <p:spPr>
            <a:xfrm>
              <a:off x="7591450" y="44434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8"/>
            <p:cNvSpPr/>
            <p:nvPr/>
          </p:nvSpPr>
          <p:spPr>
            <a:xfrm>
              <a:off x="7972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8"/>
            <p:cNvSpPr/>
            <p:nvPr/>
          </p:nvSpPr>
          <p:spPr>
            <a:xfrm>
              <a:off x="8353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8"/>
            <p:cNvSpPr/>
            <p:nvPr/>
          </p:nvSpPr>
          <p:spPr>
            <a:xfrm>
              <a:off x="8734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8"/>
            <p:cNvSpPr/>
            <p:nvPr/>
          </p:nvSpPr>
          <p:spPr>
            <a:xfrm>
              <a:off x="9129738" y="48673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7" name="Google Shape;297;p8"/>
          <p:cNvSpPr/>
          <p:nvPr/>
        </p:nvSpPr>
        <p:spPr>
          <a:xfrm>
            <a:off x="2990700" y="458620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8"/>
          <p:cNvSpPr/>
          <p:nvPr/>
        </p:nvSpPr>
        <p:spPr>
          <a:xfrm>
            <a:off x="1085700" y="487195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8"/>
          <p:cNvSpPr/>
          <p:nvPr/>
        </p:nvSpPr>
        <p:spPr>
          <a:xfrm>
            <a:off x="4895700" y="4516032"/>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8"/>
          <p:cNvSpPr/>
          <p:nvPr/>
        </p:nvSpPr>
        <p:spPr>
          <a:xfrm rot="8100000">
            <a:off x="8699949" y="4329169"/>
            <a:ext cx="122612" cy="122612"/>
          </a:xfrm>
          <a:prstGeom prst="teardrop">
            <a:avLst>
              <a:gd fmla="val 100000" name="adj"/>
            </a:avLst>
          </a:prstGeom>
          <a:noFill/>
          <a:ln cap="flat" cmpd="sng" w="28575">
            <a:solidFill>
              <a:srgbClr val="E28F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1" name="Shape 301"/>
        <p:cNvGrpSpPr/>
        <p:nvPr/>
      </p:nvGrpSpPr>
      <p:grpSpPr>
        <a:xfrm>
          <a:off x="0" y="0"/>
          <a:ext cx="0" cy="0"/>
          <a:chOff x="0" y="0"/>
          <a:chExt cx="0" cy="0"/>
        </a:xfrm>
      </p:grpSpPr>
      <p:sp>
        <p:nvSpPr>
          <p:cNvPr id="302" name="Google Shape;302;p9"/>
          <p:cNvSpPr/>
          <p:nvPr/>
        </p:nvSpPr>
        <p:spPr>
          <a:xfrm>
            <a:off x="-28575" y="4446775"/>
            <a:ext cx="9191625" cy="712478"/>
          </a:xfrm>
          <a:custGeom>
            <a:rect b="b" l="l" r="r" t="t"/>
            <a:pathLst>
              <a:path extrusionOk="0" h="41339" w="367665">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rgbClr val="E28F53"/>
          </a:solidFill>
          <a:ln>
            <a:noFill/>
          </a:ln>
        </p:spPr>
      </p:sp>
      <p:sp>
        <p:nvSpPr>
          <p:cNvPr id="303" name="Google Shape;303;p9"/>
          <p:cNvSpPr/>
          <p:nvPr/>
        </p:nvSpPr>
        <p:spPr>
          <a:xfrm>
            <a:off x="-28575" y="4578111"/>
            <a:ext cx="9191625" cy="584439"/>
          </a:xfrm>
          <a:custGeom>
            <a:rect b="b" l="l" r="r" t="t"/>
            <a:pathLst>
              <a:path extrusionOk="0" h="33910" w="367665">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418B9A"/>
          </a:solidFill>
          <a:ln>
            <a:noFill/>
          </a:ln>
        </p:spPr>
      </p:sp>
      <p:sp>
        <p:nvSpPr>
          <p:cNvPr id="304" name="Google Shape;304;p9"/>
          <p:cNvSpPr/>
          <p:nvPr/>
        </p:nvSpPr>
        <p:spPr>
          <a:xfrm rot="8100000">
            <a:off x="1847981" y="4252969"/>
            <a:ext cx="122612" cy="122612"/>
          </a:xfrm>
          <a:prstGeom prst="teardrop">
            <a:avLst>
              <a:gd fmla="val 100000" name="adj"/>
            </a:avLst>
          </a:prstGeom>
          <a:solidFill>
            <a:srgbClr val="418B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9"/>
          <p:cNvSpPr/>
          <p:nvPr/>
        </p:nvSpPr>
        <p:spPr>
          <a:xfrm rot="8100000">
            <a:off x="6038981" y="4536819"/>
            <a:ext cx="122612" cy="122612"/>
          </a:xfrm>
          <a:prstGeom prst="teardrop">
            <a:avLst>
              <a:gd fmla="val 100000" name="adj"/>
            </a:avLst>
          </a:prstGeom>
          <a:noFill/>
          <a:ln cap="flat" cmpd="sng" w="28575">
            <a:solidFill>
              <a:srgbClr val="418B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9"/>
          <p:cNvSpPr/>
          <p:nvPr/>
        </p:nvSpPr>
        <p:spPr>
          <a:xfrm rot="8100000">
            <a:off x="7181981" y="4570169"/>
            <a:ext cx="122612" cy="122612"/>
          </a:xfrm>
          <a:prstGeom prst="teardrop">
            <a:avLst>
              <a:gd fmla="val 100000" name="adj"/>
            </a:avLst>
          </a:prstGeom>
          <a:solidFill>
            <a:srgbClr val="00C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7" name="Google Shape;307;p9"/>
          <p:cNvGrpSpPr/>
          <p:nvPr/>
        </p:nvGrpSpPr>
        <p:grpSpPr>
          <a:xfrm>
            <a:off x="-9525" y="4462475"/>
            <a:ext cx="9167825" cy="595300"/>
            <a:chOff x="-9525" y="4462475"/>
            <a:chExt cx="9167825" cy="595300"/>
          </a:xfrm>
        </p:grpSpPr>
        <p:sp>
          <p:nvSpPr>
            <p:cNvPr id="308" name="Google Shape;308;p9"/>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rgbClr val="3C78D8"/>
              </a:solidFill>
              <a:prstDash val="solid"/>
              <a:round/>
              <a:headEnd len="med" w="med" type="none"/>
              <a:tailEnd len="med" w="med" type="none"/>
            </a:ln>
          </p:spPr>
        </p:sp>
        <p:sp>
          <p:nvSpPr>
            <p:cNvPr id="309" name="Google Shape;309;p9"/>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rgbClr val="3C78D8"/>
              </a:solidFill>
              <a:prstDash val="solid"/>
              <a:round/>
              <a:headEnd len="med" w="med" type="none"/>
              <a:tailEnd len="med" w="med" type="none"/>
            </a:ln>
          </p:spPr>
        </p:sp>
        <p:sp>
          <p:nvSpPr>
            <p:cNvPr id="310" name="Google Shape;310;p9"/>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rgbClr val="3C78D8"/>
              </a:solidFill>
              <a:prstDash val="solid"/>
              <a:round/>
              <a:headEnd len="med" w="med" type="none"/>
              <a:tailEnd len="med" w="med" type="none"/>
            </a:ln>
          </p:spPr>
        </p:sp>
      </p:grpSp>
      <p:grpSp>
        <p:nvGrpSpPr>
          <p:cNvPr id="311" name="Google Shape;311;p9"/>
          <p:cNvGrpSpPr/>
          <p:nvPr/>
        </p:nvGrpSpPr>
        <p:grpSpPr>
          <a:xfrm>
            <a:off x="-42837" y="4443488"/>
            <a:ext cx="9229575" cy="642787"/>
            <a:chOff x="-42837" y="4443488"/>
            <a:chExt cx="9229575" cy="642787"/>
          </a:xfrm>
        </p:grpSpPr>
        <p:sp>
          <p:nvSpPr>
            <p:cNvPr id="312" name="Google Shape;312;p9"/>
            <p:cNvSpPr/>
            <p:nvPr/>
          </p:nvSpPr>
          <p:spPr>
            <a:xfrm>
              <a:off x="1114450" y="49006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9"/>
            <p:cNvSpPr/>
            <p:nvPr/>
          </p:nvSpPr>
          <p:spPr>
            <a:xfrm>
              <a:off x="1495450" y="502927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9"/>
            <p:cNvSpPr/>
            <p:nvPr/>
          </p:nvSpPr>
          <p:spPr>
            <a:xfrm>
              <a:off x="733450" y="49721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9"/>
            <p:cNvSpPr/>
            <p:nvPr/>
          </p:nvSpPr>
          <p:spPr>
            <a:xfrm>
              <a:off x="352450" y="49626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9"/>
            <p:cNvSpPr/>
            <p:nvPr/>
          </p:nvSpPr>
          <p:spPr>
            <a:xfrm>
              <a:off x="-42837" y="46054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9"/>
            <p:cNvSpPr/>
            <p:nvPr/>
          </p:nvSpPr>
          <p:spPr>
            <a:xfrm>
              <a:off x="1876450" y="48340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9"/>
            <p:cNvSpPr/>
            <p:nvPr/>
          </p:nvSpPr>
          <p:spPr>
            <a:xfrm>
              <a:off x="2257450" y="48292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9"/>
            <p:cNvSpPr/>
            <p:nvPr/>
          </p:nvSpPr>
          <p:spPr>
            <a:xfrm>
              <a:off x="2638450" y="454826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9"/>
            <p:cNvSpPr/>
            <p:nvPr/>
          </p:nvSpPr>
          <p:spPr>
            <a:xfrm>
              <a:off x="3019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9"/>
            <p:cNvSpPr/>
            <p:nvPr/>
          </p:nvSpPr>
          <p:spPr>
            <a:xfrm>
              <a:off x="3400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9"/>
            <p:cNvSpPr/>
            <p:nvPr/>
          </p:nvSpPr>
          <p:spPr>
            <a:xfrm>
              <a:off x="3781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9"/>
            <p:cNvSpPr/>
            <p:nvPr/>
          </p:nvSpPr>
          <p:spPr>
            <a:xfrm>
              <a:off x="4162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9"/>
            <p:cNvSpPr/>
            <p:nvPr/>
          </p:nvSpPr>
          <p:spPr>
            <a:xfrm>
              <a:off x="4543450" y="46673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9"/>
            <p:cNvSpPr/>
            <p:nvPr/>
          </p:nvSpPr>
          <p:spPr>
            <a:xfrm>
              <a:off x="4924450" y="45435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9"/>
            <p:cNvSpPr/>
            <p:nvPr/>
          </p:nvSpPr>
          <p:spPr>
            <a:xfrm>
              <a:off x="5305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9"/>
            <p:cNvSpPr/>
            <p:nvPr/>
          </p:nvSpPr>
          <p:spPr>
            <a:xfrm>
              <a:off x="5686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9"/>
            <p:cNvSpPr/>
            <p:nvPr/>
          </p:nvSpPr>
          <p:spPr>
            <a:xfrm>
              <a:off x="6067450" y="48483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9"/>
            <p:cNvSpPr/>
            <p:nvPr/>
          </p:nvSpPr>
          <p:spPr>
            <a:xfrm>
              <a:off x="6448450" y="47292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9"/>
            <p:cNvSpPr/>
            <p:nvPr/>
          </p:nvSpPr>
          <p:spPr>
            <a:xfrm>
              <a:off x="6829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9"/>
            <p:cNvSpPr/>
            <p:nvPr/>
          </p:nvSpPr>
          <p:spPr>
            <a:xfrm>
              <a:off x="7210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9"/>
            <p:cNvSpPr/>
            <p:nvPr/>
          </p:nvSpPr>
          <p:spPr>
            <a:xfrm>
              <a:off x="7591450" y="44434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9"/>
            <p:cNvSpPr/>
            <p:nvPr/>
          </p:nvSpPr>
          <p:spPr>
            <a:xfrm>
              <a:off x="7972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9"/>
            <p:cNvSpPr/>
            <p:nvPr/>
          </p:nvSpPr>
          <p:spPr>
            <a:xfrm>
              <a:off x="8353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9"/>
            <p:cNvSpPr/>
            <p:nvPr/>
          </p:nvSpPr>
          <p:spPr>
            <a:xfrm>
              <a:off x="8734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9"/>
            <p:cNvSpPr/>
            <p:nvPr/>
          </p:nvSpPr>
          <p:spPr>
            <a:xfrm>
              <a:off x="9129738" y="48673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7" name="Google Shape;337;p9"/>
          <p:cNvSpPr/>
          <p:nvPr/>
        </p:nvSpPr>
        <p:spPr>
          <a:xfrm>
            <a:off x="2990700" y="458620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9"/>
          <p:cNvSpPr/>
          <p:nvPr/>
        </p:nvSpPr>
        <p:spPr>
          <a:xfrm>
            <a:off x="1085700" y="487195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9"/>
          <p:cNvSpPr/>
          <p:nvPr/>
        </p:nvSpPr>
        <p:spPr>
          <a:xfrm>
            <a:off x="4895700" y="4516032"/>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9"/>
          <p:cNvSpPr/>
          <p:nvPr/>
        </p:nvSpPr>
        <p:spPr>
          <a:xfrm rot="8100000">
            <a:off x="8699949" y="4329169"/>
            <a:ext cx="122612" cy="122612"/>
          </a:xfrm>
          <a:prstGeom prst="teardrop">
            <a:avLst>
              <a:gd fmla="val 100000" name="adj"/>
            </a:avLst>
          </a:prstGeom>
          <a:noFill/>
          <a:ln cap="flat" cmpd="sng" w="28575">
            <a:solidFill>
              <a:srgbClr val="AFF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l graph 2">
  <p:cSld name="BLANK_2_2">
    <p:spTree>
      <p:nvGrpSpPr>
        <p:cNvPr id="341" name="Shape 341"/>
        <p:cNvGrpSpPr/>
        <p:nvPr/>
      </p:nvGrpSpPr>
      <p:grpSpPr>
        <a:xfrm>
          <a:off x="0" y="0"/>
          <a:ext cx="0" cy="0"/>
          <a:chOff x="0" y="0"/>
          <a:chExt cx="0" cy="0"/>
        </a:xfrm>
      </p:grpSpPr>
      <p:sp>
        <p:nvSpPr>
          <p:cNvPr id="342" name="Google Shape;342;p10"/>
          <p:cNvSpPr/>
          <p:nvPr/>
        </p:nvSpPr>
        <p:spPr>
          <a:xfrm>
            <a:off x="-20075" y="636775"/>
            <a:ext cx="9203950" cy="4550900"/>
          </a:xfrm>
          <a:custGeom>
            <a:rect b="b" l="l" r="r" t="t"/>
            <a:pathLst>
              <a:path extrusionOk="0" h="182036" w="368158">
                <a:moveTo>
                  <a:pt x="41" y="263"/>
                </a:moveTo>
                <a:lnTo>
                  <a:pt x="16234" y="11294"/>
                </a:lnTo>
                <a:lnTo>
                  <a:pt x="31283" y="5122"/>
                </a:lnTo>
                <a:lnTo>
                  <a:pt x="62144" y="4991"/>
                </a:lnTo>
                <a:lnTo>
                  <a:pt x="77384" y="0"/>
                </a:lnTo>
                <a:lnTo>
                  <a:pt x="92624" y="13527"/>
                </a:lnTo>
                <a:lnTo>
                  <a:pt x="107674" y="21276"/>
                </a:lnTo>
                <a:lnTo>
                  <a:pt x="122723" y="21145"/>
                </a:lnTo>
                <a:lnTo>
                  <a:pt x="138725" y="10375"/>
                </a:lnTo>
                <a:lnTo>
                  <a:pt x="153775" y="7880"/>
                </a:lnTo>
                <a:lnTo>
                  <a:pt x="168443" y="2349"/>
                </a:lnTo>
                <a:lnTo>
                  <a:pt x="184064" y="14841"/>
                </a:lnTo>
                <a:lnTo>
                  <a:pt x="199304" y="15274"/>
                </a:lnTo>
                <a:lnTo>
                  <a:pt x="214354" y="25085"/>
                </a:lnTo>
                <a:lnTo>
                  <a:pt x="229784" y="25085"/>
                </a:lnTo>
                <a:lnTo>
                  <a:pt x="245786" y="20094"/>
                </a:lnTo>
                <a:lnTo>
                  <a:pt x="260836" y="20094"/>
                </a:lnTo>
                <a:lnTo>
                  <a:pt x="275123" y="11426"/>
                </a:lnTo>
                <a:lnTo>
                  <a:pt x="291316" y="16810"/>
                </a:lnTo>
                <a:lnTo>
                  <a:pt x="305603" y="8143"/>
                </a:lnTo>
                <a:lnTo>
                  <a:pt x="336464" y="8012"/>
                </a:lnTo>
                <a:lnTo>
                  <a:pt x="351514" y="11294"/>
                </a:lnTo>
                <a:lnTo>
                  <a:pt x="367325" y="2758"/>
                </a:lnTo>
                <a:lnTo>
                  <a:pt x="368158" y="181769"/>
                </a:lnTo>
                <a:lnTo>
                  <a:pt x="0" y="182036"/>
                </a:lnTo>
                <a:close/>
              </a:path>
            </a:pathLst>
          </a:custGeom>
          <a:solidFill>
            <a:srgbClr val="418B9A"/>
          </a:solidFill>
          <a:ln>
            <a:noFill/>
          </a:ln>
        </p:spPr>
      </p:sp>
      <p:sp>
        <p:nvSpPr>
          <p:cNvPr id="343" name="Google Shape;343;p10"/>
          <p:cNvSpPr/>
          <p:nvPr/>
        </p:nvSpPr>
        <p:spPr>
          <a:xfrm>
            <a:off x="-33475" y="768100"/>
            <a:ext cx="9210650" cy="4406200"/>
          </a:xfrm>
          <a:custGeom>
            <a:rect b="b" l="l" r="r" t="t"/>
            <a:pathLst>
              <a:path extrusionOk="0" h="176248" w="368426">
                <a:moveTo>
                  <a:pt x="577" y="5516"/>
                </a:moveTo>
                <a:lnTo>
                  <a:pt x="16960" y="11214"/>
                </a:lnTo>
                <a:lnTo>
                  <a:pt x="47440" y="11214"/>
                </a:lnTo>
                <a:lnTo>
                  <a:pt x="62680" y="6843"/>
                </a:lnTo>
                <a:lnTo>
                  <a:pt x="77920" y="16156"/>
                </a:lnTo>
                <a:lnTo>
                  <a:pt x="93160" y="16156"/>
                </a:lnTo>
                <a:lnTo>
                  <a:pt x="107638" y="11214"/>
                </a:lnTo>
                <a:lnTo>
                  <a:pt x="122878" y="8173"/>
                </a:lnTo>
                <a:lnTo>
                  <a:pt x="138880" y="8173"/>
                </a:lnTo>
                <a:lnTo>
                  <a:pt x="154120" y="10834"/>
                </a:lnTo>
                <a:lnTo>
                  <a:pt x="168979" y="7603"/>
                </a:lnTo>
                <a:lnTo>
                  <a:pt x="184219" y="12734"/>
                </a:lnTo>
                <a:lnTo>
                  <a:pt x="199840" y="20527"/>
                </a:lnTo>
                <a:lnTo>
                  <a:pt x="214318" y="15205"/>
                </a:lnTo>
                <a:lnTo>
                  <a:pt x="229939" y="15205"/>
                </a:lnTo>
                <a:lnTo>
                  <a:pt x="245560" y="5892"/>
                </a:lnTo>
                <a:lnTo>
                  <a:pt x="260800" y="11214"/>
                </a:lnTo>
                <a:lnTo>
                  <a:pt x="276040" y="11214"/>
                </a:lnTo>
                <a:lnTo>
                  <a:pt x="291280" y="6843"/>
                </a:lnTo>
                <a:lnTo>
                  <a:pt x="321760" y="6843"/>
                </a:lnTo>
                <a:lnTo>
                  <a:pt x="337000" y="15966"/>
                </a:lnTo>
                <a:lnTo>
                  <a:pt x="351478" y="12734"/>
                </a:lnTo>
                <a:lnTo>
                  <a:pt x="367861" y="0"/>
                </a:lnTo>
                <a:lnTo>
                  <a:pt x="368426" y="176248"/>
                </a:lnTo>
                <a:lnTo>
                  <a:pt x="0" y="176248"/>
                </a:lnTo>
                <a:close/>
              </a:path>
            </a:pathLst>
          </a:custGeom>
          <a:solidFill>
            <a:srgbClr val="E28F53"/>
          </a:solidFill>
          <a:ln>
            <a:noFill/>
          </a:ln>
        </p:spPr>
      </p:sp>
      <p:sp>
        <p:nvSpPr>
          <p:cNvPr id="344" name="Google Shape;344;p10"/>
          <p:cNvSpPr/>
          <p:nvPr/>
        </p:nvSpPr>
        <p:spPr>
          <a:xfrm rot="8100000">
            <a:off x="1847981" y="442969"/>
            <a:ext cx="122612" cy="122612"/>
          </a:xfrm>
          <a:prstGeom prst="teardrop">
            <a:avLst>
              <a:gd fmla="val 100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0"/>
          <p:cNvSpPr/>
          <p:nvPr/>
        </p:nvSpPr>
        <p:spPr>
          <a:xfrm rot="8100000">
            <a:off x="6038981" y="726819"/>
            <a:ext cx="122612" cy="122612"/>
          </a:xfrm>
          <a:prstGeom prst="teardrop">
            <a:avLst>
              <a:gd fmla="val 100000"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0"/>
          <p:cNvSpPr/>
          <p:nvPr/>
        </p:nvSpPr>
        <p:spPr>
          <a:xfrm rot="8100000">
            <a:off x="7181981" y="760169"/>
            <a:ext cx="122612" cy="122612"/>
          </a:xfrm>
          <a:prstGeom prst="teardrop">
            <a:avLst>
              <a:gd fmla="val 100000" name="adj"/>
            </a:avLst>
          </a:prstGeom>
          <a:solidFill>
            <a:srgbClr val="00C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7" name="Google Shape;347;p10"/>
          <p:cNvGrpSpPr/>
          <p:nvPr/>
        </p:nvGrpSpPr>
        <p:grpSpPr>
          <a:xfrm>
            <a:off x="-9525" y="652475"/>
            <a:ext cx="9167825" cy="595300"/>
            <a:chOff x="-9525" y="4462475"/>
            <a:chExt cx="9167825" cy="595300"/>
          </a:xfrm>
        </p:grpSpPr>
        <p:sp>
          <p:nvSpPr>
            <p:cNvPr id="348" name="Google Shape;348;p10"/>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rgbClr val="3C78D8"/>
              </a:solidFill>
              <a:prstDash val="solid"/>
              <a:round/>
              <a:headEnd len="med" w="med" type="none"/>
              <a:tailEnd len="med" w="med" type="none"/>
            </a:ln>
          </p:spPr>
        </p:sp>
        <p:sp>
          <p:nvSpPr>
            <p:cNvPr id="349" name="Google Shape;349;p10"/>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rgbClr val="3C78D8"/>
              </a:solidFill>
              <a:prstDash val="solid"/>
              <a:round/>
              <a:headEnd len="med" w="med" type="none"/>
              <a:tailEnd len="med" w="med" type="none"/>
            </a:ln>
          </p:spPr>
        </p:sp>
        <p:sp>
          <p:nvSpPr>
            <p:cNvPr id="350" name="Google Shape;350;p10"/>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rgbClr val="3C78D8"/>
              </a:solidFill>
              <a:prstDash val="solid"/>
              <a:round/>
              <a:headEnd len="med" w="med" type="none"/>
              <a:tailEnd len="med" w="med" type="none"/>
            </a:ln>
          </p:spPr>
        </p:sp>
      </p:grpSp>
      <p:grpSp>
        <p:nvGrpSpPr>
          <p:cNvPr id="351" name="Google Shape;351;p10"/>
          <p:cNvGrpSpPr/>
          <p:nvPr/>
        </p:nvGrpSpPr>
        <p:grpSpPr>
          <a:xfrm>
            <a:off x="-42837" y="633488"/>
            <a:ext cx="9229575" cy="642788"/>
            <a:chOff x="-42837" y="4443488"/>
            <a:chExt cx="9229575" cy="642788"/>
          </a:xfrm>
        </p:grpSpPr>
        <p:sp>
          <p:nvSpPr>
            <p:cNvPr id="352" name="Google Shape;352;p10"/>
            <p:cNvSpPr/>
            <p:nvPr/>
          </p:nvSpPr>
          <p:spPr>
            <a:xfrm>
              <a:off x="1114450" y="49006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0"/>
            <p:cNvSpPr/>
            <p:nvPr/>
          </p:nvSpPr>
          <p:spPr>
            <a:xfrm>
              <a:off x="1495450" y="502927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0"/>
            <p:cNvSpPr/>
            <p:nvPr/>
          </p:nvSpPr>
          <p:spPr>
            <a:xfrm>
              <a:off x="733450" y="49721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0"/>
            <p:cNvSpPr/>
            <p:nvPr/>
          </p:nvSpPr>
          <p:spPr>
            <a:xfrm>
              <a:off x="352450" y="49626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0"/>
            <p:cNvSpPr/>
            <p:nvPr/>
          </p:nvSpPr>
          <p:spPr>
            <a:xfrm>
              <a:off x="-42837" y="46054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0"/>
            <p:cNvSpPr/>
            <p:nvPr/>
          </p:nvSpPr>
          <p:spPr>
            <a:xfrm>
              <a:off x="1876450" y="48340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0"/>
            <p:cNvSpPr/>
            <p:nvPr/>
          </p:nvSpPr>
          <p:spPr>
            <a:xfrm>
              <a:off x="2257450" y="48292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0"/>
            <p:cNvSpPr/>
            <p:nvPr/>
          </p:nvSpPr>
          <p:spPr>
            <a:xfrm>
              <a:off x="2638450" y="454826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0"/>
            <p:cNvSpPr/>
            <p:nvPr/>
          </p:nvSpPr>
          <p:spPr>
            <a:xfrm>
              <a:off x="3019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0"/>
            <p:cNvSpPr/>
            <p:nvPr/>
          </p:nvSpPr>
          <p:spPr>
            <a:xfrm>
              <a:off x="3400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0"/>
            <p:cNvSpPr/>
            <p:nvPr/>
          </p:nvSpPr>
          <p:spPr>
            <a:xfrm>
              <a:off x="3781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0"/>
            <p:cNvSpPr/>
            <p:nvPr/>
          </p:nvSpPr>
          <p:spPr>
            <a:xfrm>
              <a:off x="4162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0"/>
            <p:cNvSpPr/>
            <p:nvPr/>
          </p:nvSpPr>
          <p:spPr>
            <a:xfrm>
              <a:off x="4543450" y="46673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0"/>
            <p:cNvSpPr/>
            <p:nvPr/>
          </p:nvSpPr>
          <p:spPr>
            <a:xfrm>
              <a:off x="4924450" y="45435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0"/>
            <p:cNvSpPr/>
            <p:nvPr/>
          </p:nvSpPr>
          <p:spPr>
            <a:xfrm>
              <a:off x="5305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0"/>
            <p:cNvSpPr/>
            <p:nvPr/>
          </p:nvSpPr>
          <p:spPr>
            <a:xfrm>
              <a:off x="5686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0"/>
            <p:cNvSpPr/>
            <p:nvPr/>
          </p:nvSpPr>
          <p:spPr>
            <a:xfrm>
              <a:off x="6067450" y="48483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0"/>
            <p:cNvSpPr/>
            <p:nvPr/>
          </p:nvSpPr>
          <p:spPr>
            <a:xfrm>
              <a:off x="6448450" y="47292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0"/>
            <p:cNvSpPr/>
            <p:nvPr/>
          </p:nvSpPr>
          <p:spPr>
            <a:xfrm>
              <a:off x="6829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0"/>
            <p:cNvSpPr/>
            <p:nvPr/>
          </p:nvSpPr>
          <p:spPr>
            <a:xfrm>
              <a:off x="7210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0"/>
            <p:cNvSpPr/>
            <p:nvPr/>
          </p:nvSpPr>
          <p:spPr>
            <a:xfrm>
              <a:off x="7591450" y="44434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0"/>
            <p:cNvSpPr/>
            <p:nvPr/>
          </p:nvSpPr>
          <p:spPr>
            <a:xfrm>
              <a:off x="7972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0"/>
            <p:cNvSpPr/>
            <p:nvPr/>
          </p:nvSpPr>
          <p:spPr>
            <a:xfrm>
              <a:off x="8353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0"/>
            <p:cNvSpPr/>
            <p:nvPr/>
          </p:nvSpPr>
          <p:spPr>
            <a:xfrm>
              <a:off x="8734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0"/>
            <p:cNvSpPr/>
            <p:nvPr/>
          </p:nvSpPr>
          <p:spPr>
            <a:xfrm>
              <a:off x="9129738" y="48673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7" name="Google Shape;377;p10"/>
          <p:cNvSpPr/>
          <p:nvPr/>
        </p:nvSpPr>
        <p:spPr>
          <a:xfrm>
            <a:off x="2990700" y="77620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0"/>
          <p:cNvSpPr/>
          <p:nvPr/>
        </p:nvSpPr>
        <p:spPr>
          <a:xfrm>
            <a:off x="1085700" y="106195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0"/>
          <p:cNvSpPr/>
          <p:nvPr/>
        </p:nvSpPr>
        <p:spPr>
          <a:xfrm>
            <a:off x="4895700" y="706032"/>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0"/>
          <p:cNvSpPr/>
          <p:nvPr/>
        </p:nvSpPr>
        <p:spPr>
          <a:xfrm rot="8100000">
            <a:off x="8699949" y="519169"/>
            <a:ext cx="122612" cy="122612"/>
          </a:xfrm>
          <a:prstGeom prst="teardrop">
            <a:avLst>
              <a:gd fmla="val 100000"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0"/>
          <p:cNvSpPr txBox="1"/>
          <p:nvPr>
            <p:ph idx="1" type="subTitle"/>
          </p:nvPr>
        </p:nvSpPr>
        <p:spPr>
          <a:xfrm>
            <a:off x="2298300" y="652513"/>
            <a:ext cx="4547100" cy="595200"/>
          </a:xfrm>
          <a:prstGeom prst="rect">
            <a:avLst/>
          </a:prstGeom>
          <a:solidFill>
            <a:schemeClr val="lt1"/>
          </a:solidFill>
          <a:ln cap="flat" cmpd="sng" w="76200">
            <a:solidFill>
              <a:srgbClr val="418B9A"/>
            </a:solidFill>
            <a:prstDash val="solid"/>
            <a:round/>
            <a:headEnd len="sm" w="sm" type="none"/>
            <a:tailEnd len="sm" w="sm" type="none"/>
          </a:ln>
        </p:spPr>
        <p:txBody>
          <a:bodyPr anchorCtr="0" anchor="ctr" bIns="91425" lIns="91425" spcFirstLastPara="1" rIns="91425" wrap="square" tIns="91425">
            <a:normAutofit/>
          </a:bodyPr>
          <a:lstStyle>
            <a:lvl1pPr lvl="0" algn="ctr">
              <a:spcBef>
                <a:spcPts val="0"/>
              </a:spcBef>
              <a:spcAft>
                <a:spcPts val="0"/>
              </a:spcAft>
              <a:buSzPts val="2100"/>
              <a:buNone/>
              <a:defRPr sz="2100"/>
            </a:lvl1pPr>
            <a:lvl2pPr lvl="1" algn="ctr">
              <a:spcBef>
                <a:spcPts val="0"/>
              </a:spcBef>
              <a:spcAft>
                <a:spcPts val="0"/>
              </a:spcAft>
              <a:buSzPts val="1500"/>
              <a:buNone/>
              <a:defRPr/>
            </a:lvl2pPr>
            <a:lvl3pPr lvl="2" algn="ctr">
              <a:spcBef>
                <a:spcPts val="0"/>
              </a:spcBef>
              <a:spcAft>
                <a:spcPts val="0"/>
              </a:spcAft>
              <a:buSzPts val="1500"/>
              <a:buNone/>
              <a:defRPr/>
            </a:lvl3pPr>
            <a:lvl4pPr lvl="3" algn="ctr">
              <a:spcBef>
                <a:spcPts val="0"/>
              </a:spcBef>
              <a:spcAft>
                <a:spcPts val="0"/>
              </a:spcAft>
              <a:buSzPts val="1500"/>
              <a:buNone/>
              <a:defRPr/>
            </a:lvl4pPr>
            <a:lvl5pPr lvl="4" algn="ctr">
              <a:spcBef>
                <a:spcPts val="0"/>
              </a:spcBef>
              <a:spcAft>
                <a:spcPts val="0"/>
              </a:spcAft>
              <a:buSzPts val="1500"/>
              <a:buNone/>
              <a:defRPr/>
            </a:lvl5pPr>
            <a:lvl6pPr lvl="5" algn="ctr">
              <a:spcBef>
                <a:spcPts val="0"/>
              </a:spcBef>
              <a:spcAft>
                <a:spcPts val="0"/>
              </a:spcAft>
              <a:buSzPts val="1500"/>
              <a:buNone/>
              <a:defRPr/>
            </a:lvl6pPr>
            <a:lvl7pPr lvl="6" algn="ctr">
              <a:spcBef>
                <a:spcPts val="0"/>
              </a:spcBef>
              <a:spcAft>
                <a:spcPts val="0"/>
              </a:spcAft>
              <a:buSzPts val="1500"/>
              <a:buNone/>
              <a:defRPr/>
            </a:lvl7pPr>
            <a:lvl8pPr lvl="7" algn="ctr">
              <a:spcBef>
                <a:spcPts val="0"/>
              </a:spcBef>
              <a:spcAft>
                <a:spcPts val="0"/>
              </a:spcAft>
              <a:buSzPts val="1500"/>
              <a:buNone/>
              <a:defRPr/>
            </a:lvl8pPr>
            <a:lvl9pPr lvl="8" algn="ctr">
              <a:spcBef>
                <a:spcPts val="0"/>
              </a:spcBef>
              <a:spcAft>
                <a:spcPts val="0"/>
              </a:spcAft>
              <a:buSzPts val="1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l graph 1">
  <p:cSld name="BLANK_2_1">
    <p:spTree>
      <p:nvGrpSpPr>
        <p:cNvPr id="382" name="Shape 382"/>
        <p:cNvGrpSpPr/>
        <p:nvPr/>
      </p:nvGrpSpPr>
      <p:grpSpPr>
        <a:xfrm>
          <a:off x="0" y="0"/>
          <a:ext cx="0" cy="0"/>
          <a:chOff x="0" y="0"/>
          <a:chExt cx="0" cy="0"/>
        </a:xfrm>
      </p:grpSpPr>
      <p:sp>
        <p:nvSpPr>
          <p:cNvPr id="383" name="Google Shape;383;p11"/>
          <p:cNvSpPr/>
          <p:nvPr/>
        </p:nvSpPr>
        <p:spPr>
          <a:xfrm>
            <a:off x="-20075" y="636775"/>
            <a:ext cx="9203950" cy="4550900"/>
          </a:xfrm>
          <a:custGeom>
            <a:rect b="b" l="l" r="r" t="t"/>
            <a:pathLst>
              <a:path extrusionOk="0" h="182036" w="368158">
                <a:moveTo>
                  <a:pt x="41" y="263"/>
                </a:moveTo>
                <a:lnTo>
                  <a:pt x="16234" y="11294"/>
                </a:lnTo>
                <a:lnTo>
                  <a:pt x="31283" y="5122"/>
                </a:lnTo>
                <a:lnTo>
                  <a:pt x="62144" y="4991"/>
                </a:lnTo>
                <a:lnTo>
                  <a:pt x="77384" y="0"/>
                </a:lnTo>
                <a:lnTo>
                  <a:pt x="92624" y="13527"/>
                </a:lnTo>
                <a:lnTo>
                  <a:pt x="107674" y="21276"/>
                </a:lnTo>
                <a:lnTo>
                  <a:pt x="122723" y="21145"/>
                </a:lnTo>
                <a:lnTo>
                  <a:pt x="138725" y="10375"/>
                </a:lnTo>
                <a:lnTo>
                  <a:pt x="153775" y="7880"/>
                </a:lnTo>
                <a:lnTo>
                  <a:pt x="168443" y="2349"/>
                </a:lnTo>
                <a:lnTo>
                  <a:pt x="184064" y="14841"/>
                </a:lnTo>
                <a:lnTo>
                  <a:pt x="199304" y="15274"/>
                </a:lnTo>
                <a:lnTo>
                  <a:pt x="214354" y="25085"/>
                </a:lnTo>
                <a:lnTo>
                  <a:pt x="229784" y="25085"/>
                </a:lnTo>
                <a:lnTo>
                  <a:pt x="245786" y="20094"/>
                </a:lnTo>
                <a:lnTo>
                  <a:pt x="260836" y="20094"/>
                </a:lnTo>
                <a:lnTo>
                  <a:pt x="275123" y="11426"/>
                </a:lnTo>
                <a:lnTo>
                  <a:pt x="291316" y="16810"/>
                </a:lnTo>
                <a:lnTo>
                  <a:pt x="305603" y="8143"/>
                </a:lnTo>
                <a:lnTo>
                  <a:pt x="336464" y="8012"/>
                </a:lnTo>
                <a:lnTo>
                  <a:pt x="351514" y="11294"/>
                </a:lnTo>
                <a:lnTo>
                  <a:pt x="367325" y="2758"/>
                </a:lnTo>
                <a:lnTo>
                  <a:pt x="368158" y="181769"/>
                </a:lnTo>
                <a:lnTo>
                  <a:pt x="0" y="182036"/>
                </a:lnTo>
                <a:close/>
              </a:path>
            </a:pathLst>
          </a:custGeom>
          <a:solidFill>
            <a:srgbClr val="418B9A"/>
          </a:solidFill>
          <a:ln>
            <a:noFill/>
          </a:ln>
        </p:spPr>
      </p:sp>
      <p:sp>
        <p:nvSpPr>
          <p:cNvPr id="384" name="Google Shape;384;p11"/>
          <p:cNvSpPr/>
          <p:nvPr/>
        </p:nvSpPr>
        <p:spPr>
          <a:xfrm>
            <a:off x="-33475" y="768100"/>
            <a:ext cx="9210650" cy="4406200"/>
          </a:xfrm>
          <a:custGeom>
            <a:rect b="b" l="l" r="r" t="t"/>
            <a:pathLst>
              <a:path extrusionOk="0" h="176248" w="368426">
                <a:moveTo>
                  <a:pt x="577" y="5516"/>
                </a:moveTo>
                <a:lnTo>
                  <a:pt x="16960" y="11214"/>
                </a:lnTo>
                <a:lnTo>
                  <a:pt x="47440" y="11214"/>
                </a:lnTo>
                <a:lnTo>
                  <a:pt x="62680" y="6843"/>
                </a:lnTo>
                <a:lnTo>
                  <a:pt x="77920" y="16156"/>
                </a:lnTo>
                <a:lnTo>
                  <a:pt x="93160" y="16156"/>
                </a:lnTo>
                <a:lnTo>
                  <a:pt x="107638" y="11214"/>
                </a:lnTo>
                <a:lnTo>
                  <a:pt x="122878" y="8173"/>
                </a:lnTo>
                <a:lnTo>
                  <a:pt x="138880" y="8173"/>
                </a:lnTo>
                <a:lnTo>
                  <a:pt x="154120" y="10834"/>
                </a:lnTo>
                <a:lnTo>
                  <a:pt x="168979" y="7603"/>
                </a:lnTo>
                <a:lnTo>
                  <a:pt x="184219" y="12734"/>
                </a:lnTo>
                <a:lnTo>
                  <a:pt x="199840" y="20527"/>
                </a:lnTo>
                <a:lnTo>
                  <a:pt x="214318" y="15205"/>
                </a:lnTo>
                <a:lnTo>
                  <a:pt x="229939" y="15205"/>
                </a:lnTo>
                <a:lnTo>
                  <a:pt x="245560" y="5892"/>
                </a:lnTo>
                <a:lnTo>
                  <a:pt x="260800" y="11214"/>
                </a:lnTo>
                <a:lnTo>
                  <a:pt x="276040" y="11214"/>
                </a:lnTo>
                <a:lnTo>
                  <a:pt x="291280" y="6843"/>
                </a:lnTo>
                <a:lnTo>
                  <a:pt x="321760" y="6843"/>
                </a:lnTo>
                <a:lnTo>
                  <a:pt x="337000" y="15966"/>
                </a:lnTo>
                <a:lnTo>
                  <a:pt x="351478" y="12734"/>
                </a:lnTo>
                <a:lnTo>
                  <a:pt x="367861" y="0"/>
                </a:lnTo>
                <a:lnTo>
                  <a:pt x="368426" y="176248"/>
                </a:lnTo>
                <a:lnTo>
                  <a:pt x="0" y="176248"/>
                </a:lnTo>
                <a:close/>
              </a:path>
            </a:pathLst>
          </a:custGeom>
          <a:solidFill>
            <a:srgbClr val="E28F53"/>
          </a:solidFill>
          <a:ln>
            <a:noFill/>
          </a:ln>
        </p:spPr>
      </p:sp>
      <p:sp>
        <p:nvSpPr>
          <p:cNvPr id="385" name="Google Shape;385;p11"/>
          <p:cNvSpPr/>
          <p:nvPr/>
        </p:nvSpPr>
        <p:spPr>
          <a:xfrm rot="8100000">
            <a:off x="1847981" y="442969"/>
            <a:ext cx="122612" cy="122612"/>
          </a:xfrm>
          <a:prstGeom prst="teardrop">
            <a:avLst>
              <a:gd fmla="val 100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1"/>
          <p:cNvSpPr/>
          <p:nvPr/>
        </p:nvSpPr>
        <p:spPr>
          <a:xfrm rot="8100000">
            <a:off x="6038981" y="726819"/>
            <a:ext cx="122612" cy="122612"/>
          </a:xfrm>
          <a:prstGeom prst="teardrop">
            <a:avLst>
              <a:gd fmla="val 100000"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1"/>
          <p:cNvSpPr/>
          <p:nvPr/>
        </p:nvSpPr>
        <p:spPr>
          <a:xfrm rot="8100000">
            <a:off x="7181981" y="760169"/>
            <a:ext cx="122612" cy="122612"/>
          </a:xfrm>
          <a:prstGeom prst="teardrop">
            <a:avLst>
              <a:gd fmla="val 100000" name="adj"/>
            </a:avLst>
          </a:prstGeom>
          <a:solidFill>
            <a:srgbClr val="00C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8" name="Google Shape;388;p11"/>
          <p:cNvGrpSpPr/>
          <p:nvPr/>
        </p:nvGrpSpPr>
        <p:grpSpPr>
          <a:xfrm>
            <a:off x="-9525" y="652475"/>
            <a:ext cx="9167825" cy="595300"/>
            <a:chOff x="-9525" y="4462475"/>
            <a:chExt cx="9167825" cy="595300"/>
          </a:xfrm>
        </p:grpSpPr>
        <p:sp>
          <p:nvSpPr>
            <p:cNvPr id="389" name="Google Shape;389;p11"/>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rgbClr val="3C78D8"/>
              </a:solidFill>
              <a:prstDash val="solid"/>
              <a:round/>
              <a:headEnd len="med" w="med" type="none"/>
              <a:tailEnd len="med" w="med" type="none"/>
            </a:ln>
          </p:spPr>
        </p:sp>
        <p:sp>
          <p:nvSpPr>
            <p:cNvPr id="390" name="Google Shape;390;p11"/>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rgbClr val="3C78D8"/>
              </a:solidFill>
              <a:prstDash val="solid"/>
              <a:round/>
              <a:headEnd len="med" w="med" type="none"/>
              <a:tailEnd len="med" w="med" type="none"/>
            </a:ln>
          </p:spPr>
        </p:sp>
        <p:sp>
          <p:nvSpPr>
            <p:cNvPr id="391" name="Google Shape;391;p11"/>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rgbClr val="3C78D8"/>
              </a:solidFill>
              <a:prstDash val="solid"/>
              <a:round/>
              <a:headEnd len="med" w="med" type="none"/>
              <a:tailEnd len="med" w="med" type="none"/>
            </a:ln>
          </p:spPr>
        </p:sp>
      </p:grpSp>
      <p:grpSp>
        <p:nvGrpSpPr>
          <p:cNvPr id="392" name="Google Shape;392;p11"/>
          <p:cNvGrpSpPr/>
          <p:nvPr/>
        </p:nvGrpSpPr>
        <p:grpSpPr>
          <a:xfrm>
            <a:off x="-42837" y="633488"/>
            <a:ext cx="9229575" cy="642788"/>
            <a:chOff x="-42837" y="4443488"/>
            <a:chExt cx="9229575" cy="642788"/>
          </a:xfrm>
        </p:grpSpPr>
        <p:sp>
          <p:nvSpPr>
            <p:cNvPr id="393" name="Google Shape;393;p11"/>
            <p:cNvSpPr/>
            <p:nvPr/>
          </p:nvSpPr>
          <p:spPr>
            <a:xfrm>
              <a:off x="1114450" y="49006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1"/>
            <p:cNvSpPr/>
            <p:nvPr/>
          </p:nvSpPr>
          <p:spPr>
            <a:xfrm>
              <a:off x="1495450" y="502927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1"/>
            <p:cNvSpPr/>
            <p:nvPr/>
          </p:nvSpPr>
          <p:spPr>
            <a:xfrm>
              <a:off x="733450" y="49721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1"/>
            <p:cNvSpPr/>
            <p:nvPr/>
          </p:nvSpPr>
          <p:spPr>
            <a:xfrm>
              <a:off x="352450" y="49626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1"/>
            <p:cNvSpPr/>
            <p:nvPr/>
          </p:nvSpPr>
          <p:spPr>
            <a:xfrm>
              <a:off x="-42837" y="46054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1"/>
            <p:cNvSpPr/>
            <p:nvPr/>
          </p:nvSpPr>
          <p:spPr>
            <a:xfrm>
              <a:off x="1876450" y="48340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1"/>
            <p:cNvSpPr/>
            <p:nvPr/>
          </p:nvSpPr>
          <p:spPr>
            <a:xfrm>
              <a:off x="2257450" y="48292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1"/>
            <p:cNvSpPr/>
            <p:nvPr/>
          </p:nvSpPr>
          <p:spPr>
            <a:xfrm>
              <a:off x="2638450" y="454826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1"/>
            <p:cNvSpPr/>
            <p:nvPr/>
          </p:nvSpPr>
          <p:spPr>
            <a:xfrm>
              <a:off x="3019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1"/>
            <p:cNvSpPr/>
            <p:nvPr/>
          </p:nvSpPr>
          <p:spPr>
            <a:xfrm>
              <a:off x="3400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1"/>
            <p:cNvSpPr/>
            <p:nvPr/>
          </p:nvSpPr>
          <p:spPr>
            <a:xfrm>
              <a:off x="3781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1"/>
            <p:cNvSpPr/>
            <p:nvPr/>
          </p:nvSpPr>
          <p:spPr>
            <a:xfrm>
              <a:off x="4162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1"/>
            <p:cNvSpPr/>
            <p:nvPr/>
          </p:nvSpPr>
          <p:spPr>
            <a:xfrm>
              <a:off x="4543450" y="46673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1"/>
            <p:cNvSpPr/>
            <p:nvPr/>
          </p:nvSpPr>
          <p:spPr>
            <a:xfrm>
              <a:off x="4924450" y="45435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1"/>
            <p:cNvSpPr/>
            <p:nvPr/>
          </p:nvSpPr>
          <p:spPr>
            <a:xfrm>
              <a:off x="5305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1"/>
            <p:cNvSpPr/>
            <p:nvPr/>
          </p:nvSpPr>
          <p:spPr>
            <a:xfrm>
              <a:off x="5686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1"/>
            <p:cNvSpPr/>
            <p:nvPr/>
          </p:nvSpPr>
          <p:spPr>
            <a:xfrm>
              <a:off x="6067450" y="48483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1"/>
            <p:cNvSpPr/>
            <p:nvPr/>
          </p:nvSpPr>
          <p:spPr>
            <a:xfrm>
              <a:off x="6448450" y="47292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1"/>
            <p:cNvSpPr/>
            <p:nvPr/>
          </p:nvSpPr>
          <p:spPr>
            <a:xfrm>
              <a:off x="6829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1"/>
            <p:cNvSpPr/>
            <p:nvPr/>
          </p:nvSpPr>
          <p:spPr>
            <a:xfrm>
              <a:off x="7210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1"/>
            <p:cNvSpPr/>
            <p:nvPr/>
          </p:nvSpPr>
          <p:spPr>
            <a:xfrm>
              <a:off x="7591450" y="44434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1"/>
            <p:cNvSpPr/>
            <p:nvPr/>
          </p:nvSpPr>
          <p:spPr>
            <a:xfrm>
              <a:off x="7972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1"/>
            <p:cNvSpPr/>
            <p:nvPr/>
          </p:nvSpPr>
          <p:spPr>
            <a:xfrm>
              <a:off x="8353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1"/>
            <p:cNvSpPr/>
            <p:nvPr/>
          </p:nvSpPr>
          <p:spPr>
            <a:xfrm>
              <a:off x="8734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1"/>
            <p:cNvSpPr/>
            <p:nvPr/>
          </p:nvSpPr>
          <p:spPr>
            <a:xfrm>
              <a:off x="9129738" y="48673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8" name="Google Shape;418;p11"/>
          <p:cNvSpPr/>
          <p:nvPr/>
        </p:nvSpPr>
        <p:spPr>
          <a:xfrm>
            <a:off x="2990700" y="77620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1"/>
          <p:cNvSpPr/>
          <p:nvPr/>
        </p:nvSpPr>
        <p:spPr>
          <a:xfrm>
            <a:off x="1085700" y="106195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1"/>
          <p:cNvSpPr/>
          <p:nvPr/>
        </p:nvSpPr>
        <p:spPr>
          <a:xfrm>
            <a:off x="4895700" y="706032"/>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1"/>
          <p:cNvSpPr/>
          <p:nvPr/>
        </p:nvSpPr>
        <p:spPr>
          <a:xfrm rot="8100000">
            <a:off x="8699949" y="519169"/>
            <a:ext cx="122612" cy="122612"/>
          </a:xfrm>
          <a:prstGeom prst="teardrop">
            <a:avLst>
              <a:gd fmla="val 100000" name="adj"/>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1"/>
          <p:cNvSpPr txBox="1"/>
          <p:nvPr>
            <p:ph type="title"/>
          </p:nvPr>
        </p:nvSpPr>
        <p:spPr>
          <a:xfrm>
            <a:off x="2530188" y="2286875"/>
            <a:ext cx="4088400" cy="125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400"/>
              <a:buNone/>
              <a:defRPr sz="3400">
                <a:solidFill>
                  <a:schemeClr val="lt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tely blank">
  <p:cSld name="BLANK_1">
    <p:spTree>
      <p:nvGrpSpPr>
        <p:cNvPr id="423" name="Shape 42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047750" y="634125"/>
            <a:ext cx="6996600" cy="715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Clr>
                <a:srgbClr val="00CEF6"/>
              </a:buClr>
              <a:buSzPts val="2000"/>
              <a:buFont typeface="Lora"/>
              <a:buNone/>
              <a:defRPr b="1" sz="2000">
                <a:solidFill>
                  <a:srgbClr val="00CEF6"/>
                </a:solidFill>
                <a:latin typeface="Lora"/>
                <a:ea typeface="Lora"/>
                <a:cs typeface="Lora"/>
                <a:sym typeface="Lora"/>
              </a:defRPr>
            </a:lvl1pPr>
            <a:lvl2pPr lvl="1" algn="ctr">
              <a:spcBef>
                <a:spcPts val="0"/>
              </a:spcBef>
              <a:spcAft>
                <a:spcPts val="0"/>
              </a:spcAft>
              <a:buClr>
                <a:srgbClr val="00CEF6"/>
              </a:buClr>
              <a:buSzPts val="2000"/>
              <a:buFont typeface="Lora"/>
              <a:buNone/>
              <a:defRPr b="1" sz="2000">
                <a:solidFill>
                  <a:srgbClr val="00CEF6"/>
                </a:solidFill>
                <a:latin typeface="Lora"/>
                <a:ea typeface="Lora"/>
                <a:cs typeface="Lora"/>
                <a:sym typeface="Lora"/>
              </a:defRPr>
            </a:lvl2pPr>
            <a:lvl3pPr lvl="2" algn="ctr">
              <a:spcBef>
                <a:spcPts val="0"/>
              </a:spcBef>
              <a:spcAft>
                <a:spcPts val="0"/>
              </a:spcAft>
              <a:buClr>
                <a:srgbClr val="00CEF6"/>
              </a:buClr>
              <a:buSzPts val="2000"/>
              <a:buFont typeface="Lora"/>
              <a:buNone/>
              <a:defRPr b="1" sz="2000">
                <a:solidFill>
                  <a:srgbClr val="00CEF6"/>
                </a:solidFill>
                <a:latin typeface="Lora"/>
                <a:ea typeface="Lora"/>
                <a:cs typeface="Lora"/>
                <a:sym typeface="Lora"/>
              </a:defRPr>
            </a:lvl3pPr>
            <a:lvl4pPr lvl="3" algn="ctr">
              <a:spcBef>
                <a:spcPts val="0"/>
              </a:spcBef>
              <a:spcAft>
                <a:spcPts val="0"/>
              </a:spcAft>
              <a:buClr>
                <a:srgbClr val="00CEF6"/>
              </a:buClr>
              <a:buSzPts val="2000"/>
              <a:buFont typeface="Lora"/>
              <a:buNone/>
              <a:defRPr b="1" sz="2000">
                <a:solidFill>
                  <a:srgbClr val="00CEF6"/>
                </a:solidFill>
                <a:latin typeface="Lora"/>
                <a:ea typeface="Lora"/>
                <a:cs typeface="Lora"/>
                <a:sym typeface="Lora"/>
              </a:defRPr>
            </a:lvl4pPr>
            <a:lvl5pPr lvl="4" algn="ctr">
              <a:spcBef>
                <a:spcPts val="0"/>
              </a:spcBef>
              <a:spcAft>
                <a:spcPts val="0"/>
              </a:spcAft>
              <a:buClr>
                <a:srgbClr val="00CEF6"/>
              </a:buClr>
              <a:buSzPts val="2000"/>
              <a:buFont typeface="Lora"/>
              <a:buNone/>
              <a:defRPr b="1" sz="2000">
                <a:solidFill>
                  <a:srgbClr val="00CEF6"/>
                </a:solidFill>
                <a:latin typeface="Lora"/>
                <a:ea typeface="Lora"/>
                <a:cs typeface="Lora"/>
                <a:sym typeface="Lora"/>
              </a:defRPr>
            </a:lvl5pPr>
            <a:lvl6pPr lvl="5" algn="ctr">
              <a:spcBef>
                <a:spcPts val="0"/>
              </a:spcBef>
              <a:spcAft>
                <a:spcPts val="0"/>
              </a:spcAft>
              <a:buClr>
                <a:srgbClr val="00CEF6"/>
              </a:buClr>
              <a:buSzPts val="2000"/>
              <a:buFont typeface="Lora"/>
              <a:buNone/>
              <a:defRPr b="1" sz="2000">
                <a:solidFill>
                  <a:srgbClr val="00CEF6"/>
                </a:solidFill>
                <a:latin typeface="Lora"/>
                <a:ea typeface="Lora"/>
                <a:cs typeface="Lora"/>
                <a:sym typeface="Lora"/>
              </a:defRPr>
            </a:lvl6pPr>
            <a:lvl7pPr lvl="6" algn="ctr">
              <a:spcBef>
                <a:spcPts val="0"/>
              </a:spcBef>
              <a:spcAft>
                <a:spcPts val="0"/>
              </a:spcAft>
              <a:buClr>
                <a:srgbClr val="00CEF6"/>
              </a:buClr>
              <a:buSzPts val="2000"/>
              <a:buFont typeface="Lora"/>
              <a:buNone/>
              <a:defRPr b="1" sz="2000">
                <a:solidFill>
                  <a:srgbClr val="00CEF6"/>
                </a:solidFill>
                <a:latin typeface="Lora"/>
                <a:ea typeface="Lora"/>
                <a:cs typeface="Lora"/>
                <a:sym typeface="Lora"/>
              </a:defRPr>
            </a:lvl7pPr>
            <a:lvl8pPr lvl="7" algn="ctr">
              <a:spcBef>
                <a:spcPts val="0"/>
              </a:spcBef>
              <a:spcAft>
                <a:spcPts val="0"/>
              </a:spcAft>
              <a:buClr>
                <a:srgbClr val="00CEF6"/>
              </a:buClr>
              <a:buSzPts val="2000"/>
              <a:buFont typeface="Lora"/>
              <a:buNone/>
              <a:defRPr b="1" sz="2000">
                <a:solidFill>
                  <a:srgbClr val="00CEF6"/>
                </a:solidFill>
                <a:latin typeface="Lora"/>
                <a:ea typeface="Lora"/>
                <a:cs typeface="Lora"/>
                <a:sym typeface="Lora"/>
              </a:defRPr>
            </a:lvl8pPr>
            <a:lvl9pPr lvl="8" algn="ctr">
              <a:spcBef>
                <a:spcPts val="0"/>
              </a:spcBef>
              <a:spcAft>
                <a:spcPts val="0"/>
              </a:spcAft>
              <a:buClr>
                <a:srgbClr val="00CEF6"/>
              </a:buClr>
              <a:buSzPts val="2000"/>
              <a:buFont typeface="Lora"/>
              <a:buNone/>
              <a:defRPr b="1" sz="2000">
                <a:solidFill>
                  <a:srgbClr val="00CEF6"/>
                </a:solidFill>
                <a:latin typeface="Lora"/>
                <a:ea typeface="Lora"/>
                <a:cs typeface="Lora"/>
                <a:sym typeface="Lora"/>
              </a:defRPr>
            </a:lvl9pPr>
          </a:lstStyle>
          <a:p/>
        </p:txBody>
      </p:sp>
      <p:sp>
        <p:nvSpPr>
          <p:cNvPr id="7" name="Google Shape;7;p1"/>
          <p:cNvSpPr txBox="1"/>
          <p:nvPr>
            <p:ph idx="1" type="body"/>
          </p:nvPr>
        </p:nvSpPr>
        <p:spPr>
          <a:xfrm>
            <a:off x="908575" y="927550"/>
            <a:ext cx="7316400" cy="3363300"/>
          </a:xfrm>
          <a:prstGeom prst="rect">
            <a:avLst/>
          </a:prstGeom>
          <a:noFill/>
          <a:ln>
            <a:noFill/>
          </a:ln>
        </p:spPr>
        <p:txBody>
          <a:bodyPr anchorCtr="0" anchor="ctr" bIns="91425" lIns="91425" spcFirstLastPara="1" rIns="91425" wrap="square" tIns="91425">
            <a:normAutofit/>
          </a:bodyPr>
          <a:lstStyle>
            <a:lvl1pPr indent="-323850" lvl="0" marL="457200" rtl="0">
              <a:spcBef>
                <a:spcPts val="0"/>
              </a:spcBef>
              <a:spcAft>
                <a:spcPts val="0"/>
              </a:spcAft>
              <a:buSzPts val="1500"/>
              <a:buFont typeface="Lora"/>
              <a:buChar char="●"/>
              <a:defRPr sz="1500">
                <a:latin typeface="Lora"/>
                <a:ea typeface="Lora"/>
                <a:cs typeface="Lora"/>
                <a:sym typeface="Lora"/>
              </a:defRPr>
            </a:lvl1pPr>
            <a:lvl2pPr indent="-323850" lvl="1" marL="914400" rtl="0">
              <a:spcBef>
                <a:spcPts val="0"/>
              </a:spcBef>
              <a:spcAft>
                <a:spcPts val="0"/>
              </a:spcAft>
              <a:buClr>
                <a:schemeClr val="dk1"/>
              </a:buClr>
              <a:buSzPts val="1500"/>
              <a:buFont typeface="Lora"/>
              <a:buChar char="○"/>
              <a:defRPr sz="1500">
                <a:solidFill>
                  <a:schemeClr val="dk1"/>
                </a:solidFill>
                <a:latin typeface="Lora"/>
                <a:ea typeface="Lora"/>
                <a:cs typeface="Lora"/>
                <a:sym typeface="Lora"/>
              </a:defRPr>
            </a:lvl2pPr>
            <a:lvl3pPr indent="-323850" lvl="2" marL="1371600" rtl="0">
              <a:spcBef>
                <a:spcPts val="0"/>
              </a:spcBef>
              <a:spcAft>
                <a:spcPts val="0"/>
              </a:spcAft>
              <a:buSzPts val="1500"/>
              <a:buFont typeface="Lora"/>
              <a:buChar char="■"/>
              <a:defRPr sz="1500">
                <a:latin typeface="Lora"/>
                <a:ea typeface="Lora"/>
                <a:cs typeface="Lora"/>
                <a:sym typeface="Lora"/>
              </a:defRPr>
            </a:lvl3pPr>
            <a:lvl4pPr indent="-323850" lvl="3" marL="1828800" rtl="0">
              <a:spcBef>
                <a:spcPts val="0"/>
              </a:spcBef>
              <a:spcAft>
                <a:spcPts val="0"/>
              </a:spcAft>
              <a:buSzPts val="1500"/>
              <a:buFont typeface="Lora"/>
              <a:buChar char="●"/>
              <a:defRPr sz="1500">
                <a:latin typeface="Lora"/>
                <a:ea typeface="Lora"/>
                <a:cs typeface="Lora"/>
                <a:sym typeface="Lora"/>
              </a:defRPr>
            </a:lvl4pPr>
            <a:lvl5pPr indent="-323850" lvl="4" marL="2286000" rtl="0">
              <a:spcBef>
                <a:spcPts val="0"/>
              </a:spcBef>
              <a:spcAft>
                <a:spcPts val="0"/>
              </a:spcAft>
              <a:buSzPts val="1500"/>
              <a:buFont typeface="Lora"/>
              <a:buChar char="○"/>
              <a:defRPr sz="1500">
                <a:latin typeface="Lora"/>
                <a:ea typeface="Lora"/>
                <a:cs typeface="Lora"/>
                <a:sym typeface="Lora"/>
              </a:defRPr>
            </a:lvl5pPr>
            <a:lvl6pPr indent="-323850" lvl="5" marL="2743200" rtl="0">
              <a:spcBef>
                <a:spcPts val="0"/>
              </a:spcBef>
              <a:spcAft>
                <a:spcPts val="0"/>
              </a:spcAft>
              <a:buSzPts val="1500"/>
              <a:buFont typeface="Lora"/>
              <a:buChar char="■"/>
              <a:defRPr sz="1500">
                <a:latin typeface="Lora"/>
                <a:ea typeface="Lora"/>
                <a:cs typeface="Lora"/>
                <a:sym typeface="Lora"/>
              </a:defRPr>
            </a:lvl6pPr>
            <a:lvl7pPr indent="-323850" lvl="6" marL="3200400" rtl="0">
              <a:spcBef>
                <a:spcPts val="0"/>
              </a:spcBef>
              <a:spcAft>
                <a:spcPts val="0"/>
              </a:spcAft>
              <a:buSzPts val="1500"/>
              <a:buFont typeface="Lora"/>
              <a:buChar char="●"/>
              <a:defRPr sz="1500">
                <a:latin typeface="Lora"/>
                <a:ea typeface="Lora"/>
                <a:cs typeface="Lora"/>
                <a:sym typeface="Lora"/>
              </a:defRPr>
            </a:lvl7pPr>
            <a:lvl8pPr indent="-323850" lvl="7" marL="3657600" rtl="0">
              <a:spcBef>
                <a:spcPts val="0"/>
              </a:spcBef>
              <a:spcAft>
                <a:spcPts val="0"/>
              </a:spcAft>
              <a:buSzPts val="1500"/>
              <a:buFont typeface="Lora"/>
              <a:buChar char="○"/>
              <a:defRPr sz="1500">
                <a:latin typeface="Lora"/>
                <a:ea typeface="Lora"/>
                <a:cs typeface="Lora"/>
                <a:sym typeface="Lora"/>
              </a:defRPr>
            </a:lvl8pPr>
            <a:lvl9pPr indent="-323850" lvl="8" marL="4114800" rtl="0">
              <a:spcBef>
                <a:spcPts val="0"/>
              </a:spcBef>
              <a:spcAft>
                <a:spcPts val="0"/>
              </a:spcAft>
              <a:buSzPts val="1500"/>
              <a:buFont typeface="Lora"/>
              <a:buChar char="■"/>
              <a:defRPr sz="1500">
                <a:latin typeface="Lora"/>
                <a:ea typeface="Lora"/>
                <a:cs typeface="Lora"/>
                <a:sym typeface="Lor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5.png"/><Relationship Id="rId11" Type="http://schemas.openxmlformats.org/officeDocument/2006/relationships/image" Target="../media/image14.png"/><Relationship Id="rId10" Type="http://schemas.openxmlformats.org/officeDocument/2006/relationships/image" Target="../media/image10.png"/><Relationship Id="rId9" Type="http://schemas.openxmlformats.org/officeDocument/2006/relationships/image" Target="../media/image4.png"/><Relationship Id="rId5" Type="http://schemas.openxmlformats.org/officeDocument/2006/relationships/image" Target="../media/image11.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13"/>
          <p:cNvSpPr txBox="1"/>
          <p:nvPr>
            <p:ph type="ctrTitle"/>
          </p:nvPr>
        </p:nvSpPr>
        <p:spPr>
          <a:xfrm>
            <a:off x="1686275" y="3031150"/>
            <a:ext cx="6869400" cy="1159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Gene Regulation Networks</a:t>
            </a:r>
            <a:endParaRPr/>
          </a:p>
          <a:p>
            <a:pPr indent="0" lvl="0" marL="0" rtl="0" algn="r">
              <a:spcBef>
                <a:spcPts val="0"/>
              </a:spcBef>
              <a:spcAft>
                <a:spcPts val="0"/>
              </a:spcAft>
              <a:buNone/>
            </a:pPr>
            <a:r>
              <a:t/>
            </a:r>
            <a:endParaRPr/>
          </a:p>
        </p:txBody>
      </p:sp>
      <p:sp>
        <p:nvSpPr>
          <p:cNvPr id="429" name="Google Shape;429;p13"/>
          <p:cNvSpPr txBox="1"/>
          <p:nvPr>
            <p:ph idx="1" type="subTitle"/>
          </p:nvPr>
        </p:nvSpPr>
        <p:spPr>
          <a:xfrm>
            <a:off x="3236816" y="4085025"/>
            <a:ext cx="5214600" cy="4155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Week 2 Workshop</a:t>
            </a:r>
            <a:endParaRPr/>
          </a:p>
        </p:txBody>
      </p:sp>
      <p:pic>
        <p:nvPicPr>
          <p:cNvPr id="430" name="Google Shape;430;p13"/>
          <p:cNvPicPr preferRelativeResize="0"/>
          <p:nvPr/>
        </p:nvPicPr>
        <p:blipFill>
          <a:blip r:embed="rId3">
            <a:alphaModFix/>
          </a:blip>
          <a:stretch>
            <a:fillRect/>
          </a:stretch>
        </p:blipFill>
        <p:spPr>
          <a:xfrm>
            <a:off x="6910250" y="100875"/>
            <a:ext cx="2115625" cy="489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14"/>
          <p:cNvSpPr txBox="1"/>
          <p:nvPr>
            <p:ph type="title"/>
          </p:nvPr>
        </p:nvSpPr>
        <p:spPr>
          <a:xfrm>
            <a:off x="1068463" y="279075"/>
            <a:ext cx="6996600" cy="59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Complex traits depend on many genes</a:t>
            </a:r>
            <a:endParaRPr/>
          </a:p>
        </p:txBody>
      </p:sp>
      <p:pic>
        <p:nvPicPr>
          <p:cNvPr id="436" name="Google Shape;436;p14" title="complex_trait.png"/>
          <p:cNvPicPr preferRelativeResize="0"/>
          <p:nvPr/>
        </p:nvPicPr>
        <p:blipFill>
          <a:blip r:embed="rId3">
            <a:alphaModFix/>
          </a:blip>
          <a:stretch>
            <a:fillRect/>
          </a:stretch>
        </p:blipFill>
        <p:spPr>
          <a:xfrm>
            <a:off x="1963275" y="917800"/>
            <a:ext cx="4961875" cy="3307924"/>
          </a:xfrm>
          <a:prstGeom prst="rect">
            <a:avLst/>
          </a:prstGeom>
          <a:noFill/>
          <a:ln>
            <a:noFill/>
          </a:ln>
        </p:spPr>
      </p:pic>
      <p:sp>
        <p:nvSpPr>
          <p:cNvPr id="437" name="Google Shape;437;p14"/>
          <p:cNvSpPr txBox="1"/>
          <p:nvPr/>
        </p:nvSpPr>
        <p:spPr>
          <a:xfrm>
            <a:off x="880000" y="2263825"/>
            <a:ext cx="18552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latin typeface="Lora"/>
                <a:ea typeface="Lora"/>
                <a:cs typeface="Lora"/>
                <a:sym typeface="Lora"/>
              </a:rPr>
              <a:t>1000+ Genes</a:t>
            </a:r>
            <a:endParaRPr sz="2100">
              <a:latin typeface="Lora"/>
              <a:ea typeface="Lora"/>
              <a:cs typeface="Lora"/>
              <a:sym typeface="Lora"/>
            </a:endParaRPr>
          </a:p>
        </p:txBody>
      </p:sp>
      <p:sp>
        <p:nvSpPr>
          <p:cNvPr id="438" name="Google Shape;438;p14"/>
          <p:cNvSpPr txBox="1"/>
          <p:nvPr/>
        </p:nvSpPr>
        <p:spPr>
          <a:xfrm>
            <a:off x="6072625" y="1617325"/>
            <a:ext cx="25491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latin typeface="Lora"/>
                <a:ea typeface="Lora"/>
                <a:cs typeface="Lora"/>
                <a:sym typeface="Lora"/>
              </a:rPr>
              <a:t>E.g.:</a:t>
            </a:r>
            <a:endParaRPr sz="2100">
              <a:latin typeface="Lora"/>
              <a:ea typeface="Lora"/>
              <a:cs typeface="Lora"/>
              <a:sym typeface="Lora"/>
            </a:endParaRPr>
          </a:p>
          <a:p>
            <a:pPr indent="-361950" lvl="0" marL="457200" rtl="0" algn="l">
              <a:spcBef>
                <a:spcPts val="0"/>
              </a:spcBef>
              <a:spcAft>
                <a:spcPts val="0"/>
              </a:spcAft>
              <a:buSzPts val="2100"/>
              <a:buFont typeface="Lora"/>
              <a:buChar char="●"/>
            </a:pPr>
            <a:r>
              <a:rPr lang="en" sz="2100">
                <a:latin typeface="Lora"/>
                <a:ea typeface="Lora"/>
                <a:cs typeface="Lora"/>
                <a:sym typeface="Lora"/>
              </a:rPr>
              <a:t>Height</a:t>
            </a:r>
            <a:endParaRPr sz="2100">
              <a:latin typeface="Lora"/>
              <a:ea typeface="Lora"/>
              <a:cs typeface="Lora"/>
              <a:sym typeface="Lora"/>
            </a:endParaRPr>
          </a:p>
          <a:p>
            <a:pPr indent="-361950" lvl="0" marL="457200" rtl="0" algn="l">
              <a:spcBef>
                <a:spcPts val="0"/>
              </a:spcBef>
              <a:spcAft>
                <a:spcPts val="0"/>
              </a:spcAft>
              <a:buSzPts val="2100"/>
              <a:buFont typeface="Lora"/>
              <a:buChar char="●"/>
            </a:pPr>
            <a:r>
              <a:rPr lang="en" sz="2100">
                <a:latin typeface="Lora"/>
                <a:ea typeface="Lora"/>
                <a:cs typeface="Lora"/>
                <a:sym typeface="Lora"/>
              </a:rPr>
              <a:t>Schizophrenia</a:t>
            </a:r>
            <a:endParaRPr sz="2100">
              <a:latin typeface="Lora"/>
              <a:ea typeface="Lora"/>
              <a:cs typeface="Lora"/>
              <a:sym typeface="Lora"/>
            </a:endParaRPr>
          </a:p>
          <a:p>
            <a:pPr indent="-361950" lvl="0" marL="457200" rtl="0" algn="l">
              <a:spcBef>
                <a:spcPts val="0"/>
              </a:spcBef>
              <a:spcAft>
                <a:spcPts val="0"/>
              </a:spcAft>
              <a:buSzPts val="2100"/>
              <a:buFont typeface="Lora"/>
              <a:buChar char="●"/>
            </a:pPr>
            <a:r>
              <a:rPr lang="en" sz="2100">
                <a:latin typeface="Lora"/>
                <a:ea typeface="Lora"/>
                <a:cs typeface="Lora"/>
                <a:sym typeface="Lora"/>
              </a:rPr>
              <a:t>Heart disease</a:t>
            </a:r>
            <a:endParaRPr sz="2100">
              <a:latin typeface="Lora"/>
              <a:ea typeface="Lora"/>
              <a:cs typeface="Lora"/>
              <a:sym typeface="Lo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5"/>
          <p:cNvSpPr txBox="1"/>
          <p:nvPr>
            <p:ph type="title"/>
          </p:nvPr>
        </p:nvSpPr>
        <p:spPr>
          <a:xfrm>
            <a:off x="1068463" y="279075"/>
            <a:ext cx="6996600" cy="59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 few genes, called </a:t>
            </a:r>
            <a:r>
              <a:rPr i="1" lang="en"/>
              <a:t>master regulators</a:t>
            </a:r>
            <a:r>
              <a:rPr lang="en"/>
              <a:t>, sometimes exist that influence many genes related to a complex trait</a:t>
            </a:r>
            <a:endParaRPr/>
          </a:p>
        </p:txBody>
      </p:sp>
      <p:pic>
        <p:nvPicPr>
          <p:cNvPr id="444" name="Google Shape;444;p15"/>
          <p:cNvPicPr preferRelativeResize="0"/>
          <p:nvPr/>
        </p:nvPicPr>
        <p:blipFill>
          <a:blip r:embed="rId3">
            <a:alphaModFix/>
          </a:blip>
          <a:stretch>
            <a:fillRect/>
          </a:stretch>
        </p:blipFill>
        <p:spPr>
          <a:xfrm>
            <a:off x="2607125" y="874276"/>
            <a:ext cx="3929750" cy="2445875"/>
          </a:xfrm>
          <a:prstGeom prst="rect">
            <a:avLst/>
          </a:prstGeom>
          <a:noFill/>
          <a:ln>
            <a:noFill/>
          </a:ln>
        </p:spPr>
      </p:pic>
      <p:sp>
        <p:nvSpPr>
          <p:cNvPr id="445" name="Google Shape;445;p15"/>
          <p:cNvSpPr/>
          <p:nvPr/>
        </p:nvSpPr>
        <p:spPr>
          <a:xfrm>
            <a:off x="3536000" y="3814750"/>
            <a:ext cx="2328300" cy="399900"/>
          </a:xfrm>
          <a:prstGeom prst="roundRect">
            <a:avLst>
              <a:gd fmla="val 16667" name="adj"/>
            </a:avLst>
          </a:prstGeom>
          <a:solidFill>
            <a:srgbClr val="D5A6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Lora"/>
                <a:ea typeface="Lora"/>
                <a:cs typeface="Lora"/>
                <a:sym typeface="Lora"/>
              </a:rPr>
              <a:t>Genes</a:t>
            </a:r>
            <a:endParaRPr sz="1300">
              <a:latin typeface="Lora"/>
              <a:ea typeface="Lora"/>
              <a:cs typeface="Lora"/>
              <a:sym typeface="Lora"/>
            </a:endParaRPr>
          </a:p>
        </p:txBody>
      </p:sp>
      <p:sp>
        <p:nvSpPr>
          <p:cNvPr id="446" name="Google Shape;446;p15"/>
          <p:cNvSpPr/>
          <p:nvPr/>
        </p:nvSpPr>
        <p:spPr>
          <a:xfrm>
            <a:off x="4576700" y="3385188"/>
            <a:ext cx="246900" cy="364500"/>
          </a:xfrm>
          <a:prstGeom prst="downArrow">
            <a:avLst>
              <a:gd fmla="val 50000" name="adj1"/>
              <a:gd fmla="val 5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sp>
        <p:nvSpPr>
          <p:cNvPr id="447" name="Google Shape;447;p15"/>
          <p:cNvSpPr/>
          <p:nvPr/>
        </p:nvSpPr>
        <p:spPr>
          <a:xfrm>
            <a:off x="2538250" y="1256300"/>
            <a:ext cx="787800" cy="399900"/>
          </a:xfrm>
          <a:prstGeom prst="roundRect">
            <a:avLst>
              <a:gd fmla="val 16667" name="adj"/>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16"/>
          <p:cNvSpPr txBox="1"/>
          <p:nvPr>
            <p:ph type="title"/>
          </p:nvPr>
        </p:nvSpPr>
        <p:spPr>
          <a:xfrm>
            <a:off x="1164299" y="1946400"/>
            <a:ext cx="6815400" cy="125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How can we use next-generation sequencing to find the master regulator?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17"/>
          <p:cNvSpPr txBox="1"/>
          <p:nvPr>
            <p:ph type="title"/>
          </p:nvPr>
        </p:nvSpPr>
        <p:spPr>
          <a:xfrm>
            <a:off x="1068463" y="279075"/>
            <a:ext cx="6996600" cy="59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Correlation of Genes → Coregulation</a:t>
            </a:r>
            <a:endParaRPr/>
          </a:p>
        </p:txBody>
      </p:sp>
      <p:sp>
        <p:nvSpPr>
          <p:cNvPr id="458" name="Google Shape;458;p17"/>
          <p:cNvSpPr txBox="1"/>
          <p:nvPr>
            <p:ph idx="1" type="body"/>
          </p:nvPr>
        </p:nvSpPr>
        <p:spPr>
          <a:xfrm>
            <a:off x="908563" y="1119350"/>
            <a:ext cx="7316400" cy="2382600"/>
          </a:xfrm>
          <a:prstGeom prst="rect">
            <a:avLst/>
          </a:prstGeom>
        </p:spPr>
        <p:txBody>
          <a:bodyPr anchorCtr="0" anchor="ctr" bIns="91425" lIns="91425" spcFirstLastPara="1" rIns="91425" wrap="square" tIns="91425">
            <a:normAutofit lnSpcReduction="10000"/>
          </a:bodyPr>
          <a:lstStyle/>
          <a:p>
            <a:pPr indent="-323850" lvl="0" marL="457200" rtl="0" algn="l">
              <a:spcBef>
                <a:spcPts val="0"/>
              </a:spcBef>
              <a:spcAft>
                <a:spcPts val="0"/>
              </a:spcAft>
              <a:buSzPts val="1500"/>
              <a:buChar char="●"/>
            </a:pPr>
            <a:r>
              <a:rPr lang="en"/>
              <a:t>Goal - Build a coexpression network based on gene expression correlations (based on statistics)</a:t>
            </a:r>
            <a:endParaRPr/>
          </a:p>
          <a:p>
            <a:pPr indent="-323850" lvl="1" marL="914400" rtl="0" algn="l">
              <a:spcBef>
                <a:spcPts val="0"/>
              </a:spcBef>
              <a:spcAft>
                <a:spcPts val="0"/>
              </a:spcAft>
              <a:buSzPts val="1500"/>
              <a:buChar char="○"/>
            </a:pPr>
            <a:r>
              <a:rPr lang="en"/>
              <a:t>Genes that are part of the same module (cluster of </a:t>
            </a:r>
            <a:r>
              <a:rPr b="1" lang="en"/>
              <a:t>coexpressed</a:t>
            </a:r>
            <a:r>
              <a:rPr lang="en"/>
              <a:t> genes) are likely to be functionally related (showing </a:t>
            </a:r>
            <a:r>
              <a:rPr b="1" lang="en"/>
              <a:t>coregulation</a:t>
            </a:r>
            <a:r>
              <a:rPr lang="en"/>
              <a:t>)</a:t>
            </a:r>
            <a:endParaRPr/>
          </a:p>
          <a:p>
            <a:pPr indent="-323850" lvl="0" marL="457200" rtl="0" algn="l">
              <a:spcBef>
                <a:spcPts val="0"/>
              </a:spcBef>
              <a:spcAft>
                <a:spcPts val="0"/>
              </a:spcAft>
              <a:buSzPts val="1500"/>
              <a:buChar char="●"/>
            </a:pPr>
            <a:r>
              <a:rPr lang="en"/>
              <a:t>WGCNA - Weighted Gene Co-Expression Network Analysis</a:t>
            </a:r>
            <a:endParaRPr/>
          </a:p>
          <a:p>
            <a:pPr indent="-323850" lvl="1" marL="914400" rtl="0" algn="l">
              <a:spcBef>
                <a:spcPts val="0"/>
              </a:spcBef>
              <a:spcAft>
                <a:spcPts val="0"/>
              </a:spcAft>
              <a:buSzPts val="1500"/>
              <a:buChar char="○"/>
            </a:pPr>
            <a:r>
              <a:rPr lang="en"/>
              <a:t>R Package</a:t>
            </a:r>
            <a:endParaRPr/>
          </a:p>
          <a:p>
            <a:pPr indent="-323850" lvl="0" marL="457200" rtl="0" algn="l">
              <a:spcBef>
                <a:spcPts val="0"/>
              </a:spcBef>
              <a:spcAft>
                <a:spcPts val="0"/>
              </a:spcAft>
              <a:buSzPts val="1500"/>
              <a:buChar char="●"/>
            </a:pPr>
            <a:r>
              <a:rPr lang="en"/>
              <a:t>Considers genes as nodes, edges by their </a:t>
            </a:r>
            <a:r>
              <a:rPr lang="en"/>
              <a:t>correlation</a:t>
            </a:r>
            <a:r>
              <a:rPr lang="en"/>
              <a:t> strength</a:t>
            </a:r>
            <a:endParaRPr/>
          </a:p>
          <a:p>
            <a:pPr indent="-323850" lvl="0" marL="457200" rtl="0" algn="l">
              <a:spcBef>
                <a:spcPts val="0"/>
              </a:spcBef>
              <a:spcAft>
                <a:spcPts val="0"/>
              </a:spcAft>
              <a:buSzPts val="1500"/>
              <a:buChar char="●"/>
            </a:pPr>
            <a:r>
              <a:rPr lang="en"/>
              <a:t>Utilizes soft thresholding to maintain strong correlations between genes </a:t>
            </a:r>
            <a:r>
              <a:rPr lang="en"/>
              <a:t>alongside</a:t>
            </a:r>
            <a:r>
              <a:rPr lang="en"/>
              <a:t> the</a:t>
            </a:r>
            <a:r>
              <a:rPr lang="en"/>
              <a:t> whole network connectivity</a:t>
            </a:r>
            <a:endParaRPr/>
          </a:p>
          <a:p>
            <a:pPr indent="-323850" lvl="0" marL="457200" rtl="0" algn="l">
              <a:spcBef>
                <a:spcPts val="0"/>
              </a:spcBef>
              <a:spcAft>
                <a:spcPts val="0"/>
              </a:spcAft>
              <a:buSzPts val="1500"/>
              <a:buChar char="●"/>
            </a:pPr>
            <a:r>
              <a:rPr b="1" lang="en"/>
              <a:t>Eigengene</a:t>
            </a:r>
            <a:r>
              <a:rPr lang="en"/>
              <a:t> -</a:t>
            </a:r>
            <a:r>
              <a:rPr lang="en"/>
              <a:t> Used in DEA, principal component of expression data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8"/>
          <p:cNvSpPr txBox="1"/>
          <p:nvPr>
            <p:ph type="title"/>
          </p:nvPr>
        </p:nvSpPr>
        <p:spPr>
          <a:xfrm>
            <a:off x="1073688" y="287300"/>
            <a:ext cx="6996600" cy="59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Conditional Probability</a:t>
            </a:r>
            <a:endParaRPr/>
          </a:p>
        </p:txBody>
      </p:sp>
      <p:pic>
        <p:nvPicPr>
          <p:cNvPr id="464" name="Google Shape;464;p18"/>
          <p:cNvPicPr preferRelativeResize="0"/>
          <p:nvPr/>
        </p:nvPicPr>
        <p:blipFill rotWithShape="1">
          <a:blip r:embed="rId3">
            <a:alphaModFix/>
          </a:blip>
          <a:srcRect b="10388" l="19306" r="27345" t="14816"/>
          <a:stretch/>
        </p:blipFill>
        <p:spPr>
          <a:xfrm>
            <a:off x="2677675" y="950075"/>
            <a:ext cx="4732425" cy="3707600"/>
          </a:xfrm>
          <a:prstGeom prst="rect">
            <a:avLst/>
          </a:prstGeom>
          <a:noFill/>
          <a:ln>
            <a:noFill/>
          </a:ln>
        </p:spPr>
      </p:pic>
      <p:sp>
        <p:nvSpPr>
          <p:cNvPr id="465" name="Google Shape;465;p18"/>
          <p:cNvSpPr txBox="1"/>
          <p:nvPr>
            <p:ph idx="1" type="body"/>
          </p:nvPr>
        </p:nvSpPr>
        <p:spPr>
          <a:xfrm>
            <a:off x="156450" y="1742375"/>
            <a:ext cx="4191600" cy="1549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100"/>
              <a:t>P(A∣B)=P(A∩B)​ / </a:t>
            </a:r>
            <a:r>
              <a:rPr lang="en" sz="2100">
                <a:solidFill>
                  <a:schemeClr val="dk1"/>
                </a:solidFill>
              </a:rPr>
              <a:t>P(B)</a:t>
            </a:r>
            <a:endParaRPr sz="2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19"/>
          <p:cNvSpPr txBox="1"/>
          <p:nvPr>
            <p:ph type="title"/>
          </p:nvPr>
        </p:nvSpPr>
        <p:spPr>
          <a:xfrm>
            <a:off x="1068463" y="279075"/>
            <a:ext cx="6996600" cy="59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Bayes Rule</a:t>
            </a:r>
            <a:endParaRPr/>
          </a:p>
        </p:txBody>
      </p:sp>
      <p:sp>
        <p:nvSpPr>
          <p:cNvPr id="471" name="Google Shape;471;p19"/>
          <p:cNvSpPr txBox="1"/>
          <p:nvPr>
            <p:ph idx="1" type="body"/>
          </p:nvPr>
        </p:nvSpPr>
        <p:spPr>
          <a:xfrm>
            <a:off x="480825" y="1214050"/>
            <a:ext cx="1898100" cy="1507500"/>
          </a:xfrm>
          <a:prstGeom prst="rect">
            <a:avLst/>
          </a:prstGeom>
        </p:spPr>
        <p:txBody>
          <a:bodyPr anchorCtr="0" anchor="ctr" bIns="91425" lIns="91425" spcFirstLastPara="1" rIns="91425" wrap="square" tIns="91425">
            <a:normAutofit lnSpcReduction="20000"/>
          </a:bodyPr>
          <a:lstStyle/>
          <a:p>
            <a:pPr indent="0" lvl="0" marL="0" rtl="0" algn="l">
              <a:spcBef>
                <a:spcPts val="0"/>
              </a:spcBef>
              <a:spcAft>
                <a:spcPts val="0"/>
              </a:spcAft>
              <a:buNone/>
            </a:pPr>
            <a:r>
              <a:rPr lang="en" sz="2100"/>
              <a:t>Conditional Probability</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lang="en" sz="2100"/>
              <a:t>Joint probability</a:t>
            </a:r>
            <a:endParaRPr sz="2100"/>
          </a:p>
        </p:txBody>
      </p:sp>
      <p:pic>
        <p:nvPicPr>
          <p:cNvPr id="472" name="Google Shape;472;p19"/>
          <p:cNvPicPr preferRelativeResize="0"/>
          <p:nvPr/>
        </p:nvPicPr>
        <p:blipFill>
          <a:blip r:embed="rId3">
            <a:alphaModFix/>
          </a:blip>
          <a:stretch>
            <a:fillRect/>
          </a:stretch>
        </p:blipFill>
        <p:spPr>
          <a:xfrm>
            <a:off x="2335400" y="3061325"/>
            <a:ext cx="5090802" cy="1165500"/>
          </a:xfrm>
          <a:prstGeom prst="rect">
            <a:avLst/>
          </a:prstGeom>
          <a:noFill/>
          <a:ln>
            <a:noFill/>
          </a:ln>
        </p:spPr>
      </p:pic>
      <p:sp>
        <p:nvSpPr>
          <p:cNvPr id="473" name="Google Shape;473;p19"/>
          <p:cNvSpPr txBox="1"/>
          <p:nvPr>
            <p:ph idx="1" type="body"/>
          </p:nvPr>
        </p:nvSpPr>
        <p:spPr>
          <a:xfrm>
            <a:off x="480825" y="3245650"/>
            <a:ext cx="3917100" cy="659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2100"/>
              <a:t>Bayes Rule</a:t>
            </a:r>
            <a:endParaRPr b="1" sz="2100">
              <a:solidFill>
                <a:srgbClr val="000000"/>
              </a:solidFill>
            </a:endParaRPr>
          </a:p>
        </p:txBody>
      </p:sp>
      <p:grpSp>
        <p:nvGrpSpPr>
          <p:cNvPr id="474" name="Google Shape;474;p19"/>
          <p:cNvGrpSpPr/>
          <p:nvPr/>
        </p:nvGrpSpPr>
        <p:grpSpPr>
          <a:xfrm>
            <a:off x="2748160" y="1072500"/>
            <a:ext cx="4570839" cy="1706138"/>
            <a:chOff x="2748160" y="1072500"/>
            <a:chExt cx="4570839" cy="1706138"/>
          </a:xfrm>
        </p:grpSpPr>
        <p:pic>
          <p:nvPicPr>
            <p:cNvPr id="475" name="Google Shape;475;p19" title="Screenshot 2025-04-07 at 12.41.48.png"/>
            <p:cNvPicPr preferRelativeResize="0"/>
            <p:nvPr/>
          </p:nvPicPr>
          <p:blipFill>
            <a:blip r:embed="rId4">
              <a:alphaModFix/>
            </a:blip>
            <a:stretch>
              <a:fillRect/>
            </a:stretch>
          </p:blipFill>
          <p:spPr>
            <a:xfrm>
              <a:off x="2848913" y="1279500"/>
              <a:ext cx="1445211" cy="539875"/>
            </a:xfrm>
            <a:prstGeom prst="rect">
              <a:avLst/>
            </a:prstGeom>
            <a:noFill/>
            <a:ln>
              <a:noFill/>
            </a:ln>
          </p:spPr>
        </p:pic>
        <p:pic>
          <p:nvPicPr>
            <p:cNvPr id="476" name="Google Shape;476;p19" title="Screenshot 2025-04-07 at 12.41.59.png"/>
            <p:cNvPicPr preferRelativeResize="0"/>
            <p:nvPr/>
          </p:nvPicPr>
          <p:blipFill>
            <a:blip r:embed="rId5">
              <a:alphaModFix/>
            </a:blip>
            <a:stretch>
              <a:fillRect/>
            </a:stretch>
          </p:blipFill>
          <p:spPr>
            <a:xfrm>
              <a:off x="4294113" y="1375675"/>
              <a:ext cx="372950" cy="347525"/>
            </a:xfrm>
            <a:prstGeom prst="rect">
              <a:avLst/>
            </a:prstGeom>
            <a:noFill/>
            <a:ln>
              <a:noFill/>
            </a:ln>
          </p:spPr>
        </p:pic>
        <p:grpSp>
          <p:nvGrpSpPr>
            <p:cNvPr id="477" name="Google Shape;477;p19"/>
            <p:cNvGrpSpPr/>
            <p:nvPr/>
          </p:nvGrpSpPr>
          <p:grpSpPr>
            <a:xfrm>
              <a:off x="4764110" y="1072500"/>
              <a:ext cx="1724151" cy="591225"/>
              <a:chOff x="4105223" y="1110775"/>
              <a:chExt cx="1724151" cy="591225"/>
            </a:xfrm>
          </p:grpSpPr>
          <p:pic>
            <p:nvPicPr>
              <p:cNvPr id="478" name="Google Shape;478;p19" title="Screenshot 2025-04-07 at 12.42.15.png"/>
              <p:cNvPicPr preferRelativeResize="0"/>
              <p:nvPr/>
            </p:nvPicPr>
            <p:blipFill>
              <a:blip r:embed="rId6">
                <a:alphaModFix/>
              </a:blip>
              <a:stretch>
                <a:fillRect/>
              </a:stretch>
            </p:blipFill>
            <p:spPr>
              <a:xfrm>
                <a:off x="4105223" y="1144125"/>
                <a:ext cx="731699" cy="443700"/>
              </a:xfrm>
              <a:prstGeom prst="rect">
                <a:avLst/>
              </a:prstGeom>
              <a:noFill/>
              <a:ln>
                <a:noFill/>
              </a:ln>
            </p:spPr>
          </p:pic>
          <p:sp>
            <p:nvSpPr>
              <p:cNvPr id="479" name="Google Shape;479;p19"/>
              <p:cNvSpPr/>
              <p:nvPr/>
            </p:nvSpPr>
            <p:spPr>
              <a:xfrm>
                <a:off x="4810125" y="1519250"/>
                <a:ext cx="104700" cy="76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sp>
            <p:nvSpPr>
              <p:cNvPr id="480" name="Google Shape;480;p19"/>
              <p:cNvSpPr/>
              <p:nvPr/>
            </p:nvSpPr>
            <p:spPr>
              <a:xfrm>
                <a:off x="4810125" y="1144125"/>
                <a:ext cx="104700" cy="76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grpSp>
            <p:nvGrpSpPr>
              <p:cNvPr id="481" name="Google Shape;481;p19"/>
              <p:cNvGrpSpPr/>
              <p:nvPr/>
            </p:nvGrpSpPr>
            <p:grpSpPr>
              <a:xfrm>
                <a:off x="4861925" y="1186976"/>
                <a:ext cx="300900" cy="515024"/>
                <a:chOff x="5338200" y="1108451"/>
                <a:chExt cx="300900" cy="515024"/>
              </a:xfrm>
            </p:grpSpPr>
            <p:sp>
              <p:nvSpPr>
                <p:cNvPr id="482" name="Google Shape;482;p19"/>
                <p:cNvSpPr/>
                <p:nvPr/>
              </p:nvSpPr>
              <p:spPr>
                <a:xfrm rot="-5400000">
                  <a:off x="5314350" y="1132301"/>
                  <a:ext cx="348600" cy="300900"/>
                </a:xfrm>
                <a:prstGeom prst="flowChartDelay">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ora"/>
                    <a:ea typeface="Lora"/>
                    <a:cs typeface="Lora"/>
                    <a:sym typeface="Lora"/>
                  </a:endParaRPr>
                </a:p>
              </p:txBody>
            </p:sp>
            <p:sp>
              <p:nvSpPr>
                <p:cNvPr id="483" name="Google Shape;483;p19"/>
                <p:cNvSpPr/>
                <p:nvPr/>
              </p:nvSpPr>
              <p:spPr>
                <a:xfrm>
                  <a:off x="5362600" y="1385575"/>
                  <a:ext cx="252300" cy="237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grpSp>
          <p:pic>
            <p:nvPicPr>
              <p:cNvPr id="484" name="Google Shape;484;p19" title="Screenshot 2025-04-07 at 12.45.19.png"/>
              <p:cNvPicPr preferRelativeResize="0"/>
              <p:nvPr/>
            </p:nvPicPr>
            <p:blipFill>
              <a:blip r:embed="rId7">
                <a:alphaModFix/>
              </a:blip>
              <a:stretch>
                <a:fillRect/>
              </a:stretch>
            </p:blipFill>
            <p:spPr>
              <a:xfrm>
                <a:off x="5265150" y="1168150"/>
                <a:ext cx="564223" cy="395625"/>
              </a:xfrm>
              <a:prstGeom prst="rect">
                <a:avLst/>
              </a:prstGeom>
              <a:noFill/>
              <a:ln>
                <a:noFill/>
              </a:ln>
            </p:spPr>
          </p:pic>
          <p:sp>
            <p:nvSpPr>
              <p:cNvPr id="485" name="Google Shape;485;p19"/>
              <p:cNvSpPr/>
              <p:nvPr/>
            </p:nvSpPr>
            <p:spPr>
              <a:xfrm>
                <a:off x="5187825" y="1519250"/>
                <a:ext cx="104700" cy="76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sp>
            <p:nvSpPr>
              <p:cNvPr id="486" name="Google Shape;486;p19"/>
              <p:cNvSpPr/>
              <p:nvPr/>
            </p:nvSpPr>
            <p:spPr>
              <a:xfrm>
                <a:off x="5216000" y="1110775"/>
                <a:ext cx="104700" cy="76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grpSp>
        <p:pic>
          <p:nvPicPr>
            <p:cNvPr id="487" name="Google Shape;487;p19" title="Screenshot 2025-04-07 at 12.46.25.png"/>
            <p:cNvPicPr preferRelativeResize="0"/>
            <p:nvPr/>
          </p:nvPicPr>
          <p:blipFill>
            <a:blip r:embed="rId8">
              <a:alphaModFix/>
            </a:blip>
            <a:stretch>
              <a:fillRect/>
            </a:stretch>
          </p:blipFill>
          <p:spPr>
            <a:xfrm>
              <a:off x="5166287" y="1617125"/>
              <a:ext cx="919800" cy="414475"/>
            </a:xfrm>
            <a:prstGeom prst="rect">
              <a:avLst/>
            </a:prstGeom>
            <a:noFill/>
            <a:ln>
              <a:noFill/>
            </a:ln>
          </p:spPr>
        </p:pic>
        <p:pic>
          <p:nvPicPr>
            <p:cNvPr id="488" name="Google Shape;488;p19" title="Screenshot 2025-04-07 at 12.46.46.png"/>
            <p:cNvPicPr preferRelativeResize="0"/>
            <p:nvPr/>
          </p:nvPicPr>
          <p:blipFill>
            <a:blip r:embed="rId9">
              <a:alphaModFix/>
            </a:blip>
            <a:stretch>
              <a:fillRect/>
            </a:stretch>
          </p:blipFill>
          <p:spPr>
            <a:xfrm flipH="1" rot="10800000">
              <a:off x="4718713" y="1536425"/>
              <a:ext cx="1858025" cy="127300"/>
            </a:xfrm>
            <a:prstGeom prst="rect">
              <a:avLst/>
            </a:prstGeom>
            <a:noFill/>
            <a:ln>
              <a:noFill/>
            </a:ln>
          </p:spPr>
        </p:pic>
        <p:grpSp>
          <p:nvGrpSpPr>
            <p:cNvPr id="489" name="Google Shape;489;p19"/>
            <p:cNvGrpSpPr/>
            <p:nvPr/>
          </p:nvGrpSpPr>
          <p:grpSpPr>
            <a:xfrm>
              <a:off x="4897888" y="2181713"/>
              <a:ext cx="2421112" cy="539875"/>
              <a:chOff x="2606913" y="2133913"/>
              <a:chExt cx="2421112" cy="539875"/>
            </a:xfrm>
          </p:grpSpPr>
          <p:pic>
            <p:nvPicPr>
              <p:cNvPr id="490" name="Google Shape;490;p19" title="Screenshot 2025-04-07 at 12.46.25.png"/>
              <p:cNvPicPr preferRelativeResize="0"/>
              <p:nvPr/>
            </p:nvPicPr>
            <p:blipFill>
              <a:blip r:embed="rId8">
                <a:alphaModFix/>
              </a:blip>
              <a:stretch>
                <a:fillRect/>
              </a:stretch>
            </p:blipFill>
            <p:spPr>
              <a:xfrm>
                <a:off x="4052124" y="2183975"/>
                <a:ext cx="975900" cy="439750"/>
              </a:xfrm>
              <a:prstGeom prst="rect">
                <a:avLst/>
              </a:prstGeom>
              <a:noFill/>
              <a:ln>
                <a:noFill/>
              </a:ln>
            </p:spPr>
          </p:pic>
          <p:pic>
            <p:nvPicPr>
              <p:cNvPr id="491" name="Google Shape;491;p19" title="Screenshot 2025-04-07 at 12.41.48.png"/>
              <p:cNvPicPr preferRelativeResize="0"/>
              <p:nvPr/>
            </p:nvPicPr>
            <p:blipFill>
              <a:blip r:embed="rId4">
                <a:alphaModFix/>
              </a:blip>
              <a:stretch>
                <a:fillRect/>
              </a:stretch>
            </p:blipFill>
            <p:spPr>
              <a:xfrm>
                <a:off x="2606913" y="2133913"/>
                <a:ext cx="1445211" cy="539875"/>
              </a:xfrm>
              <a:prstGeom prst="rect">
                <a:avLst/>
              </a:prstGeom>
              <a:noFill/>
              <a:ln>
                <a:noFill/>
              </a:ln>
            </p:spPr>
          </p:pic>
        </p:grpSp>
        <p:grpSp>
          <p:nvGrpSpPr>
            <p:cNvPr id="492" name="Google Shape;492;p19"/>
            <p:cNvGrpSpPr/>
            <p:nvPr/>
          </p:nvGrpSpPr>
          <p:grpSpPr>
            <a:xfrm>
              <a:off x="2748160" y="2187413"/>
              <a:ext cx="1724151" cy="591225"/>
              <a:chOff x="4105223" y="1110775"/>
              <a:chExt cx="1724151" cy="591225"/>
            </a:xfrm>
          </p:grpSpPr>
          <p:pic>
            <p:nvPicPr>
              <p:cNvPr id="493" name="Google Shape;493;p19" title="Screenshot 2025-04-07 at 12.42.15.png"/>
              <p:cNvPicPr preferRelativeResize="0"/>
              <p:nvPr/>
            </p:nvPicPr>
            <p:blipFill>
              <a:blip r:embed="rId6">
                <a:alphaModFix/>
              </a:blip>
              <a:stretch>
                <a:fillRect/>
              </a:stretch>
            </p:blipFill>
            <p:spPr>
              <a:xfrm>
                <a:off x="4105223" y="1144125"/>
                <a:ext cx="731699" cy="443700"/>
              </a:xfrm>
              <a:prstGeom prst="rect">
                <a:avLst/>
              </a:prstGeom>
              <a:noFill/>
              <a:ln>
                <a:noFill/>
              </a:ln>
            </p:spPr>
          </p:pic>
          <p:sp>
            <p:nvSpPr>
              <p:cNvPr id="494" name="Google Shape;494;p19"/>
              <p:cNvSpPr/>
              <p:nvPr/>
            </p:nvSpPr>
            <p:spPr>
              <a:xfrm>
                <a:off x="4810125" y="1519250"/>
                <a:ext cx="104700" cy="76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sp>
            <p:nvSpPr>
              <p:cNvPr id="495" name="Google Shape;495;p19"/>
              <p:cNvSpPr/>
              <p:nvPr/>
            </p:nvSpPr>
            <p:spPr>
              <a:xfrm>
                <a:off x="4810125" y="1144125"/>
                <a:ext cx="104700" cy="76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grpSp>
            <p:nvGrpSpPr>
              <p:cNvPr id="496" name="Google Shape;496;p19"/>
              <p:cNvGrpSpPr/>
              <p:nvPr/>
            </p:nvGrpSpPr>
            <p:grpSpPr>
              <a:xfrm>
                <a:off x="4861925" y="1186976"/>
                <a:ext cx="300900" cy="515024"/>
                <a:chOff x="5338200" y="1108451"/>
                <a:chExt cx="300900" cy="515024"/>
              </a:xfrm>
            </p:grpSpPr>
            <p:sp>
              <p:nvSpPr>
                <p:cNvPr id="497" name="Google Shape;497;p19"/>
                <p:cNvSpPr/>
                <p:nvPr/>
              </p:nvSpPr>
              <p:spPr>
                <a:xfrm rot="-5400000">
                  <a:off x="5314350" y="1132301"/>
                  <a:ext cx="348600" cy="300900"/>
                </a:xfrm>
                <a:prstGeom prst="flowChartDelay">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ora"/>
                    <a:ea typeface="Lora"/>
                    <a:cs typeface="Lora"/>
                    <a:sym typeface="Lora"/>
                  </a:endParaRPr>
                </a:p>
              </p:txBody>
            </p:sp>
            <p:sp>
              <p:nvSpPr>
                <p:cNvPr id="498" name="Google Shape;498;p19"/>
                <p:cNvSpPr/>
                <p:nvPr/>
              </p:nvSpPr>
              <p:spPr>
                <a:xfrm>
                  <a:off x="5362600" y="1385575"/>
                  <a:ext cx="252300" cy="237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grpSp>
          <p:pic>
            <p:nvPicPr>
              <p:cNvPr id="499" name="Google Shape;499;p19" title="Screenshot 2025-04-07 at 12.45.19.png"/>
              <p:cNvPicPr preferRelativeResize="0"/>
              <p:nvPr/>
            </p:nvPicPr>
            <p:blipFill>
              <a:blip r:embed="rId7">
                <a:alphaModFix/>
              </a:blip>
              <a:stretch>
                <a:fillRect/>
              </a:stretch>
            </p:blipFill>
            <p:spPr>
              <a:xfrm>
                <a:off x="5265150" y="1168150"/>
                <a:ext cx="564223" cy="395625"/>
              </a:xfrm>
              <a:prstGeom prst="rect">
                <a:avLst/>
              </a:prstGeom>
              <a:noFill/>
              <a:ln>
                <a:noFill/>
              </a:ln>
            </p:spPr>
          </p:pic>
          <p:sp>
            <p:nvSpPr>
              <p:cNvPr id="500" name="Google Shape;500;p19"/>
              <p:cNvSpPr/>
              <p:nvPr/>
            </p:nvSpPr>
            <p:spPr>
              <a:xfrm>
                <a:off x="5187825" y="1519250"/>
                <a:ext cx="104700" cy="76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sp>
            <p:nvSpPr>
              <p:cNvPr id="501" name="Google Shape;501;p19"/>
              <p:cNvSpPr/>
              <p:nvPr/>
            </p:nvSpPr>
            <p:spPr>
              <a:xfrm>
                <a:off x="5216000" y="1110775"/>
                <a:ext cx="104700" cy="76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grpSp>
        <p:pic>
          <p:nvPicPr>
            <p:cNvPr id="502" name="Google Shape;502;p19" title="Screenshot 2025-04-07 at 12.41.59.png"/>
            <p:cNvPicPr preferRelativeResize="0"/>
            <p:nvPr/>
          </p:nvPicPr>
          <p:blipFill>
            <a:blip r:embed="rId5">
              <a:alphaModFix/>
            </a:blip>
            <a:stretch>
              <a:fillRect/>
            </a:stretch>
          </p:blipFill>
          <p:spPr>
            <a:xfrm>
              <a:off x="4472288" y="2278500"/>
              <a:ext cx="372950" cy="347525"/>
            </a:xfrm>
            <a:prstGeom prst="rect">
              <a:avLst/>
            </a:prstGeom>
            <a:noFill/>
            <a:ln>
              <a:noFill/>
            </a:ln>
          </p:spPr>
        </p:pic>
        <p:sp>
          <p:nvSpPr>
            <p:cNvPr id="503" name="Google Shape;503;p19"/>
            <p:cNvSpPr/>
            <p:nvPr/>
          </p:nvSpPr>
          <p:spPr>
            <a:xfrm>
              <a:off x="4513600" y="1760500"/>
              <a:ext cx="433200" cy="4146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pic>
          <p:nvPicPr>
            <p:cNvPr id="504" name="Google Shape;504;p19" title="Screenshot 2025-04-07 at 12.54.09.png"/>
            <p:cNvPicPr preferRelativeResize="0"/>
            <p:nvPr/>
          </p:nvPicPr>
          <p:blipFill>
            <a:blip r:embed="rId10">
              <a:alphaModFix/>
            </a:blip>
            <a:stretch>
              <a:fillRect/>
            </a:stretch>
          </p:blipFill>
          <p:spPr>
            <a:xfrm>
              <a:off x="5587125" y="1663725"/>
              <a:ext cx="353039" cy="347525"/>
            </a:xfrm>
            <a:prstGeom prst="rect">
              <a:avLst/>
            </a:prstGeom>
            <a:noFill/>
            <a:ln>
              <a:noFill/>
            </a:ln>
          </p:spPr>
        </p:pic>
        <p:pic>
          <p:nvPicPr>
            <p:cNvPr id="505" name="Google Shape;505;p19" title="Screenshot 2025-04-07 at 12.54.26.png"/>
            <p:cNvPicPr preferRelativeResize="0"/>
            <p:nvPr/>
          </p:nvPicPr>
          <p:blipFill>
            <a:blip r:embed="rId11">
              <a:alphaModFix/>
            </a:blip>
            <a:stretch>
              <a:fillRect/>
            </a:stretch>
          </p:blipFill>
          <p:spPr>
            <a:xfrm>
              <a:off x="2941929" y="1300500"/>
              <a:ext cx="1352200" cy="497881"/>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20"/>
          <p:cNvSpPr txBox="1"/>
          <p:nvPr>
            <p:ph type="title"/>
          </p:nvPr>
        </p:nvSpPr>
        <p:spPr>
          <a:xfrm>
            <a:off x="1068463" y="279075"/>
            <a:ext cx="6996600" cy="59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Try it yourself</a:t>
            </a:r>
            <a:endParaRPr/>
          </a:p>
        </p:txBody>
      </p:sp>
      <p:sp>
        <p:nvSpPr>
          <p:cNvPr id="511" name="Google Shape;511;p20"/>
          <p:cNvSpPr txBox="1"/>
          <p:nvPr>
            <p:ph idx="1" type="body"/>
          </p:nvPr>
        </p:nvSpPr>
        <p:spPr>
          <a:xfrm>
            <a:off x="908563" y="1119350"/>
            <a:ext cx="7316400" cy="23826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a:t>1% of people have a genetic variant. The test catches it 95% of the time, and 5% of all tests are positive. What’s the chance someone who tests positive actually has the variant?</a:t>
            </a:r>
            <a:endParaRPr/>
          </a:p>
          <a:p>
            <a:pPr indent="0" lvl="0" marL="457200" marR="381000" rtl="0" algn="l">
              <a:lnSpc>
                <a:spcPct val="115000"/>
              </a:lnSpc>
              <a:spcBef>
                <a:spcPts val="1200"/>
              </a:spcBef>
              <a:spcAft>
                <a:spcPts val="0"/>
              </a:spcAft>
              <a:buNone/>
            </a:pPr>
            <a:r>
              <a:rPr lang="en"/>
              <a:t>P(A) = 0.01</a:t>
            </a:r>
            <a:endParaRPr/>
          </a:p>
          <a:p>
            <a:pPr indent="0" lvl="0" marL="457200" marR="381000" rtl="0" algn="l">
              <a:lnSpc>
                <a:spcPct val="115000"/>
              </a:lnSpc>
              <a:spcBef>
                <a:spcPts val="1200"/>
              </a:spcBef>
              <a:spcAft>
                <a:spcPts val="0"/>
              </a:spcAft>
              <a:buNone/>
            </a:pPr>
            <a:r>
              <a:rPr lang="en"/>
              <a:t>P(B|A) = 0.95</a:t>
            </a:r>
            <a:endParaRPr/>
          </a:p>
          <a:p>
            <a:pPr indent="0" lvl="0" marL="457200" marR="381000" rtl="0" algn="l">
              <a:lnSpc>
                <a:spcPct val="115000"/>
              </a:lnSpc>
              <a:spcBef>
                <a:spcPts val="1200"/>
              </a:spcBef>
              <a:spcAft>
                <a:spcPts val="0"/>
              </a:spcAft>
              <a:buNone/>
            </a:pPr>
            <a:r>
              <a:rPr lang="en"/>
              <a:t>P(B) = 0.05</a:t>
            </a:r>
            <a:endParaRPr/>
          </a:p>
          <a:p>
            <a:pPr indent="0" lvl="0" marL="457200" marR="381000" rtl="0" algn="l">
              <a:lnSpc>
                <a:spcPct val="115000"/>
              </a:lnSpc>
              <a:spcBef>
                <a:spcPts val="1200"/>
              </a:spcBef>
              <a:spcAft>
                <a:spcPts val="1200"/>
              </a:spcAft>
              <a:buNone/>
            </a:pPr>
            <a:r>
              <a:rPr lang="en"/>
              <a:t>P(A|B) = ?</a:t>
            </a:r>
            <a:endParaRPr/>
          </a:p>
        </p:txBody>
      </p:sp>
      <p:pic>
        <p:nvPicPr>
          <p:cNvPr id="512" name="Google Shape;512;p20"/>
          <p:cNvPicPr preferRelativeResize="0"/>
          <p:nvPr/>
        </p:nvPicPr>
        <p:blipFill>
          <a:blip r:embed="rId3">
            <a:alphaModFix/>
          </a:blip>
          <a:stretch>
            <a:fillRect/>
          </a:stretch>
        </p:blipFill>
        <p:spPr>
          <a:xfrm>
            <a:off x="3917175" y="2236475"/>
            <a:ext cx="3418150" cy="670550"/>
          </a:xfrm>
          <a:prstGeom prst="rect">
            <a:avLst/>
          </a:prstGeom>
          <a:noFill/>
          <a:ln>
            <a:noFill/>
          </a:ln>
        </p:spPr>
      </p:pic>
      <p:sp>
        <p:nvSpPr>
          <p:cNvPr id="513" name="Google Shape;513;p20"/>
          <p:cNvSpPr/>
          <p:nvPr/>
        </p:nvSpPr>
        <p:spPr>
          <a:xfrm>
            <a:off x="2107200" y="3132200"/>
            <a:ext cx="705300" cy="2982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ora"/>
                <a:ea typeface="Lora"/>
                <a:cs typeface="Lora"/>
                <a:sym typeface="Lora"/>
              </a:rPr>
              <a:t>19%</a:t>
            </a:r>
            <a:endParaRPr>
              <a:latin typeface="Lora"/>
              <a:ea typeface="Lora"/>
              <a:cs typeface="Lora"/>
              <a:sym typeface="Lora"/>
            </a:endParaRPr>
          </a:p>
        </p:txBody>
      </p:sp>
      <p:sp>
        <p:nvSpPr>
          <p:cNvPr id="514" name="Google Shape;514;p20"/>
          <p:cNvSpPr/>
          <p:nvPr/>
        </p:nvSpPr>
        <p:spPr>
          <a:xfrm>
            <a:off x="1970225" y="2004550"/>
            <a:ext cx="463500" cy="2319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sp>
        <p:nvSpPr>
          <p:cNvPr id="515" name="Google Shape;515;p20"/>
          <p:cNvSpPr/>
          <p:nvPr/>
        </p:nvSpPr>
        <p:spPr>
          <a:xfrm>
            <a:off x="2156950" y="2388650"/>
            <a:ext cx="463500" cy="2319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sp>
        <p:nvSpPr>
          <p:cNvPr id="516" name="Google Shape;516;p20"/>
          <p:cNvSpPr/>
          <p:nvPr/>
        </p:nvSpPr>
        <p:spPr>
          <a:xfrm>
            <a:off x="1970225" y="2798475"/>
            <a:ext cx="463500" cy="2319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51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1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1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20" name="Shape 520"/>
        <p:cNvGrpSpPr/>
        <p:nvPr/>
      </p:nvGrpSpPr>
      <p:grpSpPr>
        <a:xfrm>
          <a:off x="0" y="0"/>
          <a:ext cx="0" cy="0"/>
          <a:chOff x="0" y="0"/>
          <a:chExt cx="0" cy="0"/>
        </a:xfrm>
      </p:grpSpPr>
      <p:sp>
        <p:nvSpPr>
          <p:cNvPr id="521" name="Google Shape;521;p21"/>
          <p:cNvSpPr txBox="1"/>
          <p:nvPr>
            <p:ph type="title"/>
          </p:nvPr>
        </p:nvSpPr>
        <p:spPr>
          <a:xfrm>
            <a:off x="1068463" y="279075"/>
            <a:ext cx="6996600" cy="59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Bayesian Tree/ Random forest?</a:t>
            </a:r>
            <a:endParaRPr/>
          </a:p>
        </p:txBody>
      </p:sp>
      <p:sp>
        <p:nvSpPr>
          <p:cNvPr id="522" name="Google Shape;522;p21"/>
          <p:cNvSpPr txBox="1"/>
          <p:nvPr>
            <p:ph idx="1" type="body"/>
          </p:nvPr>
        </p:nvSpPr>
        <p:spPr>
          <a:xfrm>
            <a:off x="908563" y="1119350"/>
            <a:ext cx="7316400" cy="2382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26" name="Shape 526"/>
        <p:cNvGrpSpPr/>
        <p:nvPr/>
      </p:nvGrpSpPr>
      <p:grpSpPr>
        <a:xfrm>
          <a:off x="0" y="0"/>
          <a:ext cx="0" cy="0"/>
          <a:chOff x="0" y="0"/>
          <a:chExt cx="0" cy="0"/>
        </a:xfrm>
      </p:grpSpPr>
      <p:sp>
        <p:nvSpPr>
          <p:cNvPr id="527" name="Google Shape;527;p22"/>
          <p:cNvSpPr txBox="1"/>
          <p:nvPr>
            <p:ph type="title"/>
          </p:nvPr>
        </p:nvSpPr>
        <p:spPr>
          <a:xfrm>
            <a:off x="1068463" y="279075"/>
            <a:ext cx="6996600" cy="59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Bayesian Tree based methods perform best Genie3</a:t>
            </a:r>
            <a:endParaRPr/>
          </a:p>
        </p:txBody>
      </p:sp>
      <p:sp>
        <p:nvSpPr>
          <p:cNvPr id="528" name="Google Shape;528;p22"/>
          <p:cNvSpPr txBox="1"/>
          <p:nvPr>
            <p:ph idx="1" type="body"/>
          </p:nvPr>
        </p:nvSpPr>
        <p:spPr>
          <a:xfrm>
            <a:off x="908563" y="1119350"/>
            <a:ext cx="7316400" cy="2382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1100">
                <a:solidFill>
                  <a:srgbClr val="222222"/>
                </a:solidFill>
                <a:highlight>
                  <a:srgbClr val="FFFFFF"/>
                </a:highlight>
                <a:latin typeface="Arial"/>
                <a:ea typeface="Arial"/>
                <a:cs typeface="Arial"/>
                <a:sym typeface="Arial"/>
              </a:rPr>
              <a:t>Another is how well the expression of (A) is predictive of (B)’s expression. This seems quite similar to the above, but some non-linear methods can account for real cases like “What if (A) needs (C) to also be present to co-promote (B)?” A linear machine learning implementation of that could be modeled based on interaction terms, like B ~ A + C + A:C (That’s the R convention for modelling variables). Or, you can more elegantly handle the modeling of B based on a decision tree (Random Forest, XGBoost, CatBoost). The software package “GENIE3” most famously has solved gene regulatory network inference using the tree-based method.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2" name="Shape 532"/>
        <p:cNvGrpSpPr/>
        <p:nvPr/>
      </p:nvGrpSpPr>
      <p:grpSpPr>
        <a:xfrm>
          <a:off x="0" y="0"/>
          <a:ext cx="0" cy="0"/>
          <a:chOff x="0" y="0"/>
          <a:chExt cx="0" cy="0"/>
        </a:xfrm>
      </p:grpSpPr>
      <p:sp>
        <p:nvSpPr>
          <p:cNvPr id="533" name="Google Shape;533;p23"/>
          <p:cNvSpPr txBox="1"/>
          <p:nvPr>
            <p:ph type="title"/>
          </p:nvPr>
        </p:nvSpPr>
        <p:spPr>
          <a:xfrm>
            <a:off x="1068463" y="279075"/>
            <a:ext cx="6996600" cy="59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534" name="Google Shape;534;p23"/>
          <p:cNvSpPr txBox="1"/>
          <p:nvPr>
            <p:ph idx="1" type="body"/>
          </p:nvPr>
        </p:nvSpPr>
        <p:spPr>
          <a:xfrm>
            <a:off x="908563" y="1119350"/>
            <a:ext cx="7316400" cy="2382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535" name="Google Shape;535;p23" title="image002.jpg"/>
          <p:cNvPicPr preferRelativeResize="0"/>
          <p:nvPr/>
        </p:nvPicPr>
        <p:blipFill>
          <a:blip r:embed="rId3">
            <a:alphaModFix/>
          </a:blip>
          <a:stretch>
            <a:fillRect/>
          </a:stretch>
        </p:blipFill>
        <p:spPr>
          <a:xfrm>
            <a:off x="1575114" y="272888"/>
            <a:ext cx="5983324" cy="40755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24"/>
          <p:cNvSpPr txBox="1"/>
          <p:nvPr>
            <p:ph type="title"/>
          </p:nvPr>
        </p:nvSpPr>
        <p:spPr>
          <a:xfrm>
            <a:off x="1068463" y="279075"/>
            <a:ext cx="6996600" cy="59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How do we get genes that we are interested in?</a:t>
            </a:r>
            <a:endParaRPr/>
          </a:p>
        </p:txBody>
      </p:sp>
      <p:sp>
        <p:nvSpPr>
          <p:cNvPr id="541" name="Google Shape;541;p24"/>
          <p:cNvSpPr txBox="1"/>
          <p:nvPr>
            <p:ph idx="1" type="body"/>
          </p:nvPr>
        </p:nvSpPr>
        <p:spPr>
          <a:xfrm>
            <a:off x="908563" y="1119350"/>
            <a:ext cx="7316400" cy="2382600"/>
          </a:xfrm>
          <a:prstGeom prst="rect">
            <a:avLst/>
          </a:prstGeom>
        </p:spPr>
        <p:txBody>
          <a:bodyPr anchorCtr="0" anchor="ctr" bIns="91425" lIns="91425" spcFirstLastPara="1" rIns="91425" wrap="square" tIns="91425">
            <a:normAutofit/>
          </a:bodyPr>
          <a:lstStyle/>
          <a:p>
            <a:pPr indent="-323850" lvl="0" marL="457200" rtl="0" algn="l">
              <a:spcBef>
                <a:spcPts val="0"/>
              </a:spcBef>
              <a:spcAft>
                <a:spcPts val="0"/>
              </a:spcAft>
              <a:buSzPts val="1500"/>
              <a:buChar char="●"/>
            </a:pPr>
            <a:r>
              <a:rPr lang="en"/>
              <a:t>Goal - Identify genes of interest</a:t>
            </a:r>
            <a:endParaRPr/>
          </a:p>
          <a:p>
            <a:pPr indent="-323850" lvl="1" marL="914400" rtl="0" algn="l">
              <a:spcBef>
                <a:spcPts val="0"/>
              </a:spcBef>
              <a:spcAft>
                <a:spcPts val="0"/>
              </a:spcAft>
              <a:buSzPts val="1500"/>
              <a:buChar char="○"/>
            </a:pPr>
            <a:r>
              <a:rPr lang="en"/>
              <a:t>Specifically, genes encoding transcription factors</a:t>
            </a:r>
            <a:endParaRPr/>
          </a:p>
          <a:p>
            <a:pPr indent="-323850" lvl="1" marL="914400" rtl="0" algn="l">
              <a:spcBef>
                <a:spcPts val="0"/>
              </a:spcBef>
              <a:spcAft>
                <a:spcPts val="0"/>
              </a:spcAft>
              <a:buSzPts val="1500"/>
              <a:buChar char="○"/>
            </a:pPr>
            <a:r>
              <a:rPr lang="en"/>
              <a:t>Reducing Dimensionality</a:t>
            </a:r>
            <a:endParaRPr/>
          </a:p>
          <a:p>
            <a:pPr indent="-323850" lvl="0" marL="457200" rtl="0" algn="l">
              <a:spcBef>
                <a:spcPts val="0"/>
              </a:spcBef>
              <a:spcAft>
                <a:spcPts val="0"/>
              </a:spcAft>
              <a:buSzPts val="1500"/>
              <a:buChar char="●"/>
            </a:pPr>
            <a:r>
              <a:rPr lang="en"/>
              <a:t>Can use a Volcano Plot to visualize</a:t>
            </a:r>
            <a:endParaRPr/>
          </a:p>
          <a:p>
            <a:pPr indent="-323850" lvl="1" marL="914400" rtl="0" algn="l">
              <a:spcBef>
                <a:spcPts val="0"/>
              </a:spcBef>
              <a:spcAft>
                <a:spcPts val="0"/>
              </a:spcAft>
              <a:buSzPts val="1500"/>
              <a:buChar char="○"/>
            </a:pPr>
            <a:r>
              <a:rPr lang="en"/>
              <a:t>Comparing p value with fold change</a:t>
            </a:r>
            <a:endParaRPr/>
          </a:p>
          <a:p>
            <a:pPr indent="-323850" lvl="0" marL="457200" rtl="0" algn="l">
              <a:spcBef>
                <a:spcPts val="0"/>
              </a:spcBef>
              <a:spcAft>
                <a:spcPts val="0"/>
              </a:spcAft>
              <a:buSzPts val="1500"/>
              <a:buChar char="●"/>
            </a:pPr>
            <a:r>
              <a:rPr lang="en"/>
              <a:t>Sample Packages - WGCNA, identifies eigengenes</a:t>
            </a:r>
            <a:endParaRPr/>
          </a:p>
        </p:txBody>
      </p:sp>
      <p:pic>
        <p:nvPicPr>
          <p:cNvPr id="542" name="Google Shape;542;p24"/>
          <p:cNvPicPr preferRelativeResize="0"/>
          <p:nvPr/>
        </p:nvPicPr>
        <p:blipFill>
          <a:blip r:embed="rId3">
            <a:alphaModFix/>
          </a:blip>
          <a:stretch>
            <a:fillRect/>
          </a:stretch>
        </p:blipFill>
        <p:spPr>
          <a:xfrm>
            <a:off x="6399675" y="1232325"/>
            <a:ext cx="2662850" cy="2678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25"/>
          <p:cNvSpPr txBox="1"/>
          <p:nvPr>
            <p:ph type="title"/>
          </p:nvPr>
        </p:nvSpPr>
        <p:spPr>
          <a:xfrm>
            <a:off x="1068463" y="279075"/>
            <a:ext cx="6996600" cy="59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Gene regulation is useful in many subfields and is actively used-in and improved by many labs at UCSD</a:t>
            </a:r>
            <a:endParaRPr/>
          </a:p>
        </p:txBody>
      </p:sp>
      <p:sp>
        <p:nvSpPr>
          <p:cNvPr id="548" name="Google Shape;548;p25"/>
          <p:cNvSpPr txBox="1"/>
          <p:nvPr>
            <p:ph idx="1" type="body"/>
          </p:nvPr>
        </p:nvSpPr>
        <p:spPr>
          <a:xfrm>
            <a:off x="908575" y="1119350"/>
            <a:ext cx="5141400" cy="2690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100"/>
              <a:t>To name a few:</a:t>
            </a:r>
            <a:endParaRPr sz="2100"/>
          </a:p>
          <a:p>
            <a:pPr indent="-361950" lvl="0" marL="457200" rtl="0" algn="l">
              <a:spcBef>
                <a:spcPts val="0"/>
              </a:spcBef>
              <a:spcAft>
                <a:spcPts val="0"/>
              </a:spcAft>
              <a:buClr>
                <a:srgbClr val="000000"/>
              </a:buClr>
              <a:buSzPts val="2100"/>
              <a:buChar char="●"/>
            </a:pPr>
            <a:r>
              <a:rPr lang="en" sz="2100"/>
              <a:t>Ideker Lab</a:t>
            </a:r>
            <a:endParaRPr sz="2100"/>
          </a:p>
          <a:p>
            <a:pPr indent="-361950" lvl="0" marL="457200" rtl="0" algn="l">
              <a:spcBef>
                <a:spcPts val="0"/>
              </a:spcBef>
              <a:spcAft>
                <a:spcPts val="0"/>
              </a:spcAft>
              <a:buSzPts val="2100"/>
              <a:buChar char="●"/>
            </a:pPr>
            <a:r>
              <a:rPr lang="en" sz="2100"/>
              <a:t>Wang lab</a:t>
            </a:r>
            <a:endParaRPr sz="2100"/>
          </a:p>
          <a:p>
            <a:pPr indent="-361950" lvl="0" marL="457200" rtl="0" algn="l">
              <a:spcBef>
                <a:spcPts val="0"/>
              </a:spcBef>
              <a:spcAft>
                <a:spcPts val="0"/>
              </a:spcAft>
              <a:buSzPts val="2100"/>
              <a:buChar char="●"/>
            </a:pPr>
            <a:r>
              <a:rPr lang="en" sz="2100"/>
              <a:t>Ay Lab (La Jolla Institute for </a:t>
            </a:r>
            <a:r>
              <a:rPr lang="en" sz="2100"/>
              <a:t>Immunology</a:t>
            </a:r>
            <a:r>
              <a:rPr lang="en" sz="2100"/>
              <a:t>)</a:t>
            </a:r>
            <a:endParaRPr sz="2100"/>
          </a:p>
          <a:p>
            <a:pPr indent="-361950" lvl="0" marL="457200" rtl="0" algn="l">
              <a:spcBef>
                <a:spcPts val="0"/>
              </a:spcBef>
              <a:spcAft>
                <a:spcPts val="0"/>
              </a:spcAft>
              <a:buSzPts val="2100"/>
              <a:buChar char="●"/>
            </a:pPr>
            <a:r>
              <a:rPr lang="en" sz="2100"/>
              <a:t>Boolean</a:t>
            </a:r>
            <a:r>
              <a:rPr lang="en" sz="2100"/>
              <a:t> Lab (Sahoo)</a:t>
            </a:r>
            <a:endParaRPr sz="2100"/>
          </a:p>
        </p:txBody>
      </p:sp>
      <p:pic>
        <p:nvPicPr>
          <p:cNvPr id="549" name="Google Shape;549;p25" title="Screenshot 2025-04-07 at 13.02.12.png"/>
          <p:cNvPicPr preferRelativeResize="0"/>
          <p:nvPr/>
        </p:nvPicPr>
        <p:blipFill>
          <a:blip r:embed="rId3">
            <a:alphaModFix/>
          </a:blip>
          <a:stretch>
            <a:fillRect/>
          </a:stretch>
        </p:blipFill>
        <p:spPr>
          <a:xfrm>
            <a:off x="5528425" y="1214188"/>
            <a:ext cx="2789224" cy="271511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Quince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