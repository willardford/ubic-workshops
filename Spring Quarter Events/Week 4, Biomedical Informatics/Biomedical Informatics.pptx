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8" r:id="rId3"/>
    <p:sldId id="259" r:id="rId4"/>
    <p:sldId id="260" r:id="rId5"/>
    <p:sldId id="261" r:id="rId6"/>
    <p:sldId id="262" r:id="rId7"/>
    <p:sldId id="263" r:id="rId8"/>
    <p:sldId id="264" r:id="rId9"/>
    <p:sldId id="265" r:id="rId10"/>
    <p:sldId id="266" r:id="rId11"/>
    <p:sldId id="267" r:id="rId12"/>
  </p:sldIdLst>
  <p:sldSz cx="9144000" cy="5143500" type="screen16x9"/>
  <p:notesSz cx="6858000" cy="9144000"/>
  <p:embeddedFontLst>
    <p:embeddedFont>
      <p:font typeface="Lora" pitchFamily="2" charset="77"/>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Source Sans Pro" panose="020B0503030403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57" d="100"/>
          <a:sy n="157" d="100"/>
        </p:scale>
        <p:origin x="176"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jamanetwork.com/journals/jamainternalmedicine/fullarticle/2781307?utm_source=substack&amp;utm_medium=email"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substack.com/redirect/85eb378e-2323-4d68-92b3-399796f793eb?j=eyJ1IjoiMTRqNWV6In0.bhMkKnONM0wS8x5wovpLq2crXdBTni3xfz44aXTEW5I"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79a82cdb8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279a82cdb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4d81ebda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34d81ebda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Field that intersects biology, medicine, computer science, and data. Using informatics/information to help diagnose, inform, and aid physician health</a:t>
            </a: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4d81ebdaf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34d81ebdaf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Four subfields:</a:t>
            </a:r>
            <a:endParaRPr/>
          </a:p>
          <a:p>
            <a:pPr marL="914400" lvl="1" indent="-317500" algn="l" rtl="0">
              <a:spcBef>
                <a:spcPts val="0"/>
              </a:spcBef>
              <a:spcAft>
                <a:spcPts val="0"/>
              </a:spcAft>
              <a:buSzPts val="1400"/>
              <a:buChar char="○"/>
            </a:pPr>
            <a:r>
              <a:rPr lang="en"/>
              <a:t>Public health informatics</a:t>
            </a:r>
            <a:endParaRPr/>
          </a:p>
          <a:p>
            <a:pPr marL="1371600" lvl="2" indent="-317500" algn="l" rtl="0">
              <a:spcBef>
                <a:spcPts val="0"/>
              </a:spcBef>
              <a:spcAft>
                <a:spcPts val="0"/>
              </a:spcAft>
              <a:buSzPts val="1400"/>
              <a:buChar char="■"/>
            </a:pPr>
            <a:r>
              <a:rPr lang="en"/>
              <a:t>Society as a whole, preparing for bioterrorist attacks </a:t>
            </a:r>
            <a:endParaRPr/>
          </a:p>
          <a:p>
            <a:pPr marL="914400" lvl="1" indent="-317500" algn="l" rtl="0">
              <a:spcBef>
                <a:spcPts val="0"/>
              </a:spcBef>
              <a:spcAft>
                <a:spcPts val="0"/>
              </a:spcAft>
              <a:buSzPts val="1400"/>
              <a:buChar char="○"/>
            </a:pPr>
            <a:r>
              <a:rPr lang="en"/>
              <a:t>Imaging informatics</a:t>
            </a:r>
            <a:endParaRPr/>
          </a:p>
          <a:p>
            <a:pPr marL="1371600" lvl="2" indent="-317500" algn="l" rtl="0">
              <a:spcBef>
                <a:spcPts val="0"/>
              </a:spcBef>
              <a:spcAft>
                <a:spcPts val="0"/>
              </a:spcAft>
              <a:buSzPts val="1400"/>
              <a:buChar char="■"/>
            </a:pPr>
            <a:r>
              <a:rPr lang="en"/>
              <a:t>Tissues and organs, advancing applications like scanners that create 3d images</a:t>
            </a:r>
            <a:endParaRPr/>
          </a:p>
          <a:p>
            <a:pPr marL="914400" lvl="1" indent="-317500" algn="l" rtl="0">
              <a:spcBef>
                <a:spcPts val="0"/>
              </a:spcBef>
              <a:spcAft>
                <a:spcPts val="0"/>
              </a:spcAft>
              <a:buSzPts val="1400"/>
              <a:buChar char="○"/>
            </a:pPr>
            <a:r>
              <a:rPr lang="en"/>
              <a:t>Bioinformatics</a:t>
            </a:r>
            <a:endParaRPr/>
          </a:p>
          <a:p>
            <a:pPr marL="1371600" lvl="2" indent="-317500" algn="l" rtl="0">
              <a:spcBef>
                <a:spcPts val="0"/>
              </a:spcBef>
              <a:spcAft>
                <a:spcPts val="0"/>
              </a:spcAft>
              <a:buSzPts val="1400"/>
              <a:buChar char="■"/>
            </a:pPr>
            <a:r>
              <a:rPr lang="en"/>
              <a:t>molecular/cellular processes, like with sequencing and sequencing data</a:t>
            </a:r>
            <a:endParaRPr/>
          </a:p>
          <a:p>
            <a:pPr marL="914400" lvl="1" indent="-317500" algn="l" rtl="0">
              <a:spcBef>
                <a:spcPts val="0"/>
              </a:spcBef>
              <a:spcAft>
                <a:spcPts val="0"/>
              </a:spcAft>
              <a:buClr>
                <a:schemeClr val="dk1"/>
              </a:buClr>
              <a:buSzPts val="1400"/>
              <a:buChar char="○"/>
            </a:pPr>
            <a:r>
              <a:rPr lang="en">
                <a:solidFill>
                  <a:schemeClr val="dk1"/>
                </a:solidFill>
              </a:rPr>
              <a:t>Clinical informatics</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Patient-based</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Focused on collecting/managing/storing patient data/electronic records</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We will be focusing on this today with sepsis (done at UCSD!)</a:t>
            </a:r>
            <a:endParaRPr/>
          </a:p>
          <a:p>
            <a:pPr marL="457200" lvl="0" indent="-317500" algn="l" rtl="0">
              <a:spcBef>
                <a:spcPts val="0"/>
              </a:spcBef>
              <a:spcAft>
                <a:spcPts val="0"/>
              </a:spcAft>
              <a:buSzPts val="1400"/>
              <a:buChar char="●"/>
            </a:pPr>
            <a:r>
              <a:rPr lang="en"/>
              <a:t>Main applications:</a:t>
            </a:r>
            <a:endParaRPr/>
          </a:p>
          <a:p>
            <a:pPr marL="914400" lvl="1" indent="-317500" algn="l" rtl="0">
              <a:spcBef>
                <a:spcPts val="0"/>
              </a:spcBef>
              <a:spcAft>
                <a:spcPts val="0"/>
              </a:spcAft>
              <a:buSzPts val="1400"/>
              <a:buChar char="○"/>
            </a:pPr>
            <a:r>
              <a:rPr lang="en"/>
              <a:t>Disease Identification - the dream</a:t>
            </a:r>
            <a:endParaRPr/>
          </a:p>
          <a:p>
            <a:pPr marL="1371600" lvl="2" indent="-317500" algn="l" rtl="0">
              <a:spcBef>
                <a:spcPts val="0"/>
              </a:spcBef>
              <a:spcAft>
                <a:spcPts val="0"/>
              </a:spcAft>
              <a:buSzPts val="1400"/>
              <a:buChar char="■"/>
            </a:pPr>
            <a:r>
              <a:rPr lang="en"/>
              <a:t>Detect diseases early using algorithms on patient data.</a:t>
            </a:r>
            <a:endParaRPr/>
          </a:p>
          <a:p>
            <a:pPr marL="914400" lvl="1" indent="-317500" algn="l" rtl="0">
              <a:spcBef>
                <a:spcPts val="0"/>
              </a:spcBef>
              <a:spcAft>
                <a:spcPts val="0"/>
              </a:spcAft>
              <a:buSzPts val="1400"/>
              <a:buChar char="○"/>
            </a:pPr>
            <a:r>
              <a:rPr lang="en"/>
              <a:t>Physician Well-being</a:t>
            </a:r>
            <a:endParaRPr/>
          </a:p>
          <a:p>
            <a:pPr marL="1371600" lvl="2" indent="-317500" algn="l" rtl="0">
              <a:spcBef>
                <a:spcPts val="0"/>
              </a:spcBef>
              <a:spcAft>
                <a:spcPts val="0"/>
              </a:spcAft>
              <a:buSzPts val="1400"/>
              <a:buChar char="■"/>
            </a:pPr>
            <a:r>
              <a:rPr lang="en"/>
              <a:t>Track burnout, workflow, mental health via system usage patterns.</a:t>
            </a:r>
            <a:endParaRPr/>
          </a:p>
          <a:p>
            <a:pPr marL="914400" lvl="1" indent="-317500" algn="l" rtl="0">
              <a:spcBef>
                <a:spcPts val="0"/>
              </a:spcBef>
              <a:spcAft>
                <a:spcPts val="0"/>
              </a:spcAft>
              <a:buSzPts val="1400"/>
              <a:buChar char="○"/>
            </a:pPr>
            <a:r>
              <a:rPr lang="en"/>
              <a:t>Treatment Optimization</a:t>
            </a:r>
            <a:endParaRPr/>
          </a:p>
          <a:p>
            <a:pPr marL="1371600" lvl="2" indent="-317500" algn="l" rtl="0">
              <a:spcBef>
                <a:spcPts val="0"/>
              </a:spcBef>
              <a:spcAft>
                <a:spcPts val="0"/>
              </a:spcAft>
              <a:buSzPts val="1400"/>
              <a:buChar char="■"/>
            </a:pPr>
            <a:r>
              <a:rPr lang="en"/>
              <a:t>Personalize care plans based on past outcomes.</a:t>
            </a:r>
            <a:endParaRPr/>
          </a:p>
          <a:p>
            <a:pPr marL="914400" lvl="1" indent="-317500" algn="l" rtl="0">
              <a:spcBef>
                <a:spcPts val="0"/>
              </a:spcBef>
              <a:spcAft>
                <a:spcPts val="0"/>
              </a:spcAft>
              <a:buSzPts val="1400"/>
              <a:buChar char="○"/>
            </a:pPr>
            <a:r>
              <a:rPr lang="en"/>
              <a:t>Clinical Decision Support - most common rn - helping with alerting physicians rather than diagnosing</a:t>
            </a:r>
            <a:endParaRPr/>
          </a:p>
          <a:p>
            <a:pPr marL="1371600" lvl="2" indent="-317500" algn="l" rtl="0">
              <a:spcBef>
                <a:spcPts val="0"/>
              </a:spcBef>
              <a:spcAft>
                <a:spcPts val="0"/>
              </a:spcAft>
              <a:buSzPts val="1400"/>
              <a:buChar char="■"/>
            </a:pPr>
            <a:r>
              <a:rPr lang="en"/>
              <a:t>Help doctors make evidence-backed choices.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4d81ebdaf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34d81ebdaf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Clinical Biomedical Informatics can help physicians in many ways, depending on the situation</a:t>
            </a:r>
            <a:endParaRPr/>
          </a:p>
          <a:p>
            <a:pPr marL="914400" lvl="1" indent="-317500" algn="l" rtl="0">
              <a:spcBef>
                <a:spcPts val="0"/>
              </a:spcBef>
              <a:spcAft>
                <a:spcPts val="0"/>
              </a:spcAft>
              <a:buSzPts val="1400"/>
              <a:buChar char="○"/>
            </a:pPr>
            <a:r>
              <a:rPr lang="en"/>
              <a:t>Recommend a diagnosis or tests</a:t>
            </a:r>
            <a:endParaRPr/>
          </a:p>
          <a:p>
            <a:pPr marL="914400" lvl="1" indent="-317500" algn="l" rtl="0">
              <a:spcBef>
                <a:spcPts val="0"/>
              </a:spcBef>
              <a:spcAft>
                <a:spcPts val="0"/>
              </a:spcAft>
              <a:buSzPts val="1400"/>
              <a:buChar char="○"/>
            </a:pPr>
            <a:r>
              <a:rPr lang="en"/>
              <a:t>Alert physicians that a certain outcome is likely/high risk (like with sepsis, which we’ll work with today)</a:t>
            </a:r>
            <a:endParaRPr/>
          </a:p>
          <a:p>
            <a:pPr marL="914400" lvl="1" indent="-317500" algn="l" rtl="0">
              <a:spcBef>
                <a:spcPts val="0"/>
              </a:spcBef>
              <a:spcAft>
                <a:spcPts val="0"/>
              </a:spcAft>
              <a:buSzPts val="1400"/>
              <a:buChar char="○"/>
            </a:pPr>
            <a:r>
              <a:rPr lang="en"/>
              <a:t>Continuously monitor the patient</a:t>
            </a:r>
            <a:endParaRPr/>
          </a:p>
          <a:p>
            <a:pPr marL="457200" lvl="0" indent="-317500" algn="l" rtl="0">
              <a:spcBef>
                <a:spcPts val="0"/>
              </a:spcBef>
              <a:spcAft>
                <a:spcPts val="0"/>
              </a:spcAft>
              <a:buSzPts val="1400"/>
              <a:buChar char="●"/>
            </a:pPr>
            <a:r>
              <a:rPr lang="en"/>
              <a:t>Most important: does not replace the physician, just aids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4d81ebdaf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4d81ebdaf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Biomedical informatics is becoming more common because of the introduction of online hospital data systems for electronic health records (EHRs)</a:t>
            </a:r>
            <a:endParaRPr/>
          </a:p>
          <a:p>
            <a:pPr marL="914400" lvl="1" indent="-317500" algn="l" rtl="0">
              <a:spcBef>
                <a:spcPts val="0"/>
              </a:spcBef>
              <a:spcAft>
                <a:spcPts val="0"/>
              </a:spcAft>
              <a:buSzPts val="1400"/>
              <a:buChar char="○"/>
            </a:pPr>
            <a:r>
              <a:rPr lang="en"/>
              <a:t>Systems such as EPIC, Cerner (Oracle Health), and Meditech</a:t>
            </a:r>
            <a:endParaRPr/>
          </a:p>
          <a:p>
            <a:pPr marL="457200" lvl="0" indent="-317500" algn="l" rtl="0">
              <a:spcBef>
                <a:spcPts val="0"/>
              </a:spcBef>
              <a:spcAft>
                <a:spcPts val="0"/>
              </a:spcAft>
              <a:buSzPts val="1400"/>
              <a:buChar char="●"/>
            </a:pPr>
            <a:r>
              <a:rPr lang="en"/>
              <a:t>Hospitals are generating massive amounts of patient data—not just patient history but also lab test, imaging, clinical notes, etc.</a:t>
            </a:r>
            <a:endParaRPr/>
          </a:p>
          <a:p>
            <a:pPr marL="457200" lvl="0" indent="-317500" algn="l" rtl="0">
              <a:spcBef>
                <a:spcPts val="0"/>
              </a:spcBef>
              <a:spcAft>
                <a:spcPts val="0"/>
              </a:spcAft>
              <a:buSzPts val="1400"/>
              <a:buChar char="●"/>
            </a:pPr>
            <a:r>
              <a:rPr lang="en"/>
              <a:t>EHR systems have standardized and centralized this data, making it easier to work with</a:t>
            </a:r>
            <a:endParaRPr/>
          </a:p>
          <a:p>
            <a:pPr marL="914400" lvl="1" indent="-317500" algn="l" rtl="0">
              <a:spcBef>
                <a:spcPts val="0"/>
              </a:spcBef>
              <a:spcAft>
                <a:spcPts val="0"/>
              </a:spcAft>
              <a:buSzPts val="1400"/>
              <a:buChar char="○"/>
            </a:pPr>
            <a:r>
              <a:rPr lang="en"/>
              <a:t>However, systems from hospital to hospital are different and thus might have to be analyzed differently</a:t>
            </a:r>
            <a:endParaRPr/>
          </a:p>
          <a:p>
            <a:pPr marL="457200" lvl="0" indent="-317500" algn="l" rtl="0">
              <a:spcBef>
                <a:spcPts val="0"/>
              </a:spcBef>
              <a:spcAft>
                <a:spcPts val="0"/>
              </a:spcAft>
              <a:buSzPts val="1400"/>
              <a:buChar char="●"/>
            </a:pPr>
            <a:r>
              <a:rPr lang="en"/>
              <a:t>More data means AI/ML can work well, as there are more patterns to find</a:t>
            </a:r>
            <a:endParaRPr/>
          </a:p>
          <a:p>
            <a:pPr marL="457200" lvl="0" indent="-317500" algn="l" rtl="0">
              <a:spcBef>
                <a:spcPts val="0"/>
              </a:spcBef>
              <a:spcAft>
                <a:spcPts val="0"/>
              </a:spcAft>
              <a:buSzPts val="1400"/>
              <a:buChar char="●"/>
            </a:pPr>
            <a:r>
              <a:rPr lang="en"/>
              <a:t>Additionally, with this access of personal health data comes the issue of protecting this private data</a:t>
            </a:r>
            <a:endParaRPr/>
          </a:p>
          <a:p>
            <a:pPr marL="914400" lvl="1" indent="-317500" algn="l" rtl="0">
              <a:spcBef>
                <a:spcPts val="0"/>
              </a:spcBef>
              <a:spcAft>
                <a:spcPts val="0"/>
              </a:spcAft>
              <a:buSzPts val="1400"/>
              <a:buChar char="○"/>
            </a:pPr>
            <a:r>
              <a:rPr lang="en"/>
              <a:t>Still being debated as it’s necessary to give this data but it comes with its own problems regarding security and HIPAA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4da072ef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4da072ef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Symptoms - fever, chills, high heart rate, disorientedness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4f3bc4c24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34f3bc4c24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Current Treatment + how AI / ML model ties into that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4da072efc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34da072efc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Requires Medical Trials, just as different medicines require testing</a:t>
            </a:r>
            <a:endParaRPr sz="1500">
              <a:solidFill>
                <a:schemeClr val="dk1"/>
              </a:solidFill>
              <a:latin typeface="Lora"/>
              <a:ea typeface="Lora"/>
              <a:cs typeface="Lora"/>
              <a:sym typeface="Lora"/>
            </a:endParaRPr>
          </a:p>
          <a:p>
            <a:pPr marL="457200" lvl="0" indent="-323850" algn="l" rtl="0">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Issue - Should not just show a blatant percentage → physician fatigue</a:t>
            </a:r>
            <a:endParaRPr sz="1500">
              <a:solidFill>
                <a:schemeClr val="dk1"/>
              </a:solidFill>
              <a:latin typeface="Lora"/>
              <a:ea typeface="Lora"/>
              <a:cs typeface="Lora"/>
              <a:sym typeface="Lora"/>
            </a:endParaRPr>
          </a:p>
          <a:p>
            <a:pPr marL="914400" lvl="1" indent="-323850" algn="l" rtl="0">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Want to </a:t>
            </a:r>
            <a:r>
              <a:rPr lang="en" sz="1500" b="1">
                <a:solidFill>
                  <a:schemeClr val="dk1"/>
                </a:solidFill>
                <a:latin typeface="Lora"/>
                <a:ea typeface="Lora"/>
                <a:cs typeface="Lora"/>
                <a:sym typeface="Lora"/>
              </a:rPr>
              <a:t>train</a:t>
            </a:r>
            <a:r>
              <a:rPr lang="en" sz="1500">
                <a:solidFill>
                  <a:schemeClr val="dk1"/>
                </a:solidFill>
                <a:latin typeface="Lora"/>
                <a:ea typeface="Lora"/>
                <a:cs typeface="Lora"/>
                <a:sym typeface="Lora"/>
              </a:rPr>
              <a:t> the models, giving them feedback </a:t>
            </a:r>
            <a:endParaRPr sz="1500">
              <a:solidFill>
                <a:schemeClr val="dk1"/>
              </a:solidFill>
              <a:latin typeface="Lora"/>
              <a:ea typeface="Lora"/>
              <a:cs typeface="Lora"/>
              <a:sym typeface="Lora"/>
            </a:endParaRPr>
          </a:p>
          <a:p>
            <a:pPr marL="914400" lvl="1" indent="-323850" algn="l" rtl="0">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Could categorize patients into high or low risk</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4f3bc4c241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4f3bc4c241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500">
              <a:solidFill>
                <a:schemeClr val="dk1"/>
              </a:solidFill>
              <a:latin typeface="Lora"/>
              <a:ea typeface="Lora"/>
              <a:cs typeface="Lora"/>
              <a:sym typeface="Lora"/>
            </a:endParaRPr>
          </a:p>
          <a:p>
            <a:pPr marL="457200" lvl="0" indent="-323850" algn="l" rtl="0">
              <a:spcBef>
                <a:spcPts val="0"/>
              </a:spcBef>
              <a:spcAft>
                <a:spcPts val="0"/>
              </a:spcAft>
              <a:buClr>
                <a:schemeClr val="dk1"/>
              </a:buClr>
              <a:buSzPts val="1500"/>
              <a:buFont typeface="Lora"/>
              <a:buChar char="●"/>
            </a:pPr>
            <a:r>
              <a:rPr lang="en" sz="1200">
                <a:solidFill>
                  <a:srgbClr val="333333"/>
                </a:solidFill>
                <a:latin typeface="Lora"/>
                <a:ea typeface="Lora"/>
                <a:cs typeface="Lora"/>
                <a:sym typeface="Lora"/>
              </a:rPr>
              <a:t>Alerting a physician doesn’t lead to the proper treatment always.</a:t>
            </a:r>
            <a:endParaRPr sz="1200">
              <a:solidFill>
                <a:srgbClr val="333333"/>
              </a:solidFill>
              <a:latin typeface="Lora"/>
              <a:ea typeface="Lora"/>
              <a:cs typeface="Lora"/>
              <a:sym typeface="Lora"/>
            </a:endParaRPr>
          </a:p>
          <a:p>
            <a:pPr marL="914400" lvl="1" indent="-304800" algn="l" rtl="0">
              <a:spcBef>
                <a:spcPts val="0"/>
              </a:spcBef>
              <a:spcAft>
                <a:spcPts val="0"/>
              </a:spcAft>
              <a:buClr>
                <a:srgbClr val="333333"/>
              </a:buClr>
              <a:buSzPts val="1200"/>
              <a:buFont typeface="Lora"/>
              <a:buChar char="○"/>
            </a:pPr>
            <a:r>
              <a:rPr lang="en" sz="1200">
                <a:solidFill>
                  <a:srgbClr val="333333"/>
                </a:solidFill>
                <a:latin typeface="Lora"/>
                <a:ea typeface="Lora"/>
                <a:cs typeface="Lora"/>
                <a:sym typeface="Lora"/>
              </a:rPr>
              <a:t>7% of hospitalized high risk patients did not receive timely antibiotics</a:t>
            </a:r>
            <a:endParaRPr sz="1200">
              <a:solidFill>
                <a:srgbClr val="333333"/>
              </a:solidFill>
              <a:latin typeface="Lora"/>
              <a:ea typeface="Lora"/>
              <a:cs typeface="Lora"/>
              <a:sym typeface="Lora"/>
            </a:endParaRPr>
          </a:p>
          <a:p>
            <a:pPr marL="457200" lvl="0" indent="-304800" algn="l" rtl="0">
              <a:spcBef>
                <a:spcPts val="0"/>
              </a:spcBef>
              <a:spcAft>
                <a:spcPts val="0"/>
              </a:spcAft>
              <a:buClr>
                <a:srgbClr val="333333"/>
              </a:buClr>
              <a:buSzPts val="1200"/>
              <a:buFont typeface="Arial"/>
              <a:buChar char="●"/>
            </a:pPr>
            <a:r>
              <a:rPr lang="en" sz="1200">
                <a:solidFill>
                  <a:srgbClr val="333333"/>
                </a:solidFill>
                <a:latin typeface="Lora"/>
                <a:ea typeface="Lora"/>
                <a:cs typeface="Lora"/>
                <a:sym typeface="Lora"/>
              </a:rPr>
              <a:t>The model doesn’t catch all cases. It also catches many false positives</a:t>
            </a:r>
            <a:endParaRPr sz="1200">
              <a:solidFill>
                <a:srgbClr val="333333"/>
              </a:solidFill>
              <a:latin typeface="Lora"/>
              <a:ea typeface="Lora"/>
              <a:cs typeface="Lora"/>
              <a:sym typeface="Lora"/>
            </a:endParaRPr>
          </a:p>
          <a:p>
            <a:pPr marL="914400" lvl="1" indent="-304800" algn="l" rtl="0">
              <a:spcBef>
                <a:spcPts val="0"/>
              </a:spcBef>
              <a:spcAft>
                <a:spcPts val="0"/>
              </a:spcAft>
              <a:buClr>
                <a:srgbClr val="333333"/>
              </a:buClr>
              <a:buSzPts val="1200"/>
              <a:buFont typeface="Arial"/>
              <a:buChar char="○"/>
            </a:pPr>
            <a:r>
              <a:rPr lang="en" sz="1200">
                <a:solidFill>
                  <a:srgbClr val="333333"/>
                </a:solidFill>
                <a:latin typeface="Lora"/>
                <a:ea typeface="Lora"/>
                <a:cs typeface="Lora"/>
                <a:sym typeface="Lora"/>
              </a:rPr>
              <a:t>Failed to identify 67% of sepsis patients</a:t>
            </a:r>
            <a:endParaRPr sz="1200">
              <a:solidFill>
                <a:srgbClr val="333333"/>
              </a:solidFill>
              <a:latin typeface="Lora"/>
              <a:ea typeface="Lora"/>
              <a:cs typeface="Lora"/>
              <a:sym typeface="Lora"/>
            </a:endParaRPr>
          </a:p>
          <a:p>
            <a:pPr marL="914400" lvl="1" indent="-304800" algn="l" rtl="0">
              <a:spcBef>
                <a:spcPts val="0"/>
              </a:spcBef>
              <a:spcAft>
                <a:spcPts val="0"/>
              </a:spcAft>
              <a:buClr>
                <a:srgbClr val="333333"/>
              </a:buClr>
              <a:buSzPts val="1200"/>
              <a:buFont typeface="Lora"/>
              <a:buChar char="○"/>
            </a:pPr>
            <a:r>
              <a:rPr lang="en" sz="1200">
                <a:solidFill>
                  <a:srgbClr val="333333"/>
                </a:solidFill>
                <a:latin typeface="Lora"/>
                <a:ea typeface="Lora"/>
                <a:cs typeface="Lora"/>
                <a:sym typeface="Lora"/>
              </a:rPr>
              <a:t>18% False Positives</a:t>
            </a:r>
            <a:endParaRPr sz="1200">
              <a:solidFill>
                <a:srgbClr val="333333"/>
              </a:solidFill>
              <a:latin typeface="Lora"/>
              <a:ea typeface="Lora"/>
              <a:cs typeface="Lora"/>
              <a:sym typeface="Lora"/>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4f3bc4c241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34f3bc4c24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https://jamanetwork.com/journals/jamainternalmedicine/fullarticle/2781307?utm_source=substack&amp;utm_medium=email</a:t>
            </a:r>
            <a:r>
              <a:rPr lang="en"/>
              <a:t> </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
              <a:t>Not for diagnosis but rather alerting physicians about it</a:t>
            </a:r>
            <a:endParaRPr/>
          </a:p>
          <a:p>
            <a:pPr marL="457200" lvl="0" indent="-317500" algn="l" rtl="0">
              <a:spcBef>
                <a:spcPts val="0"/>
              </a:spcBef>
              <a:spcAft>
                <a:spcPts val="0"/>
              </a:spcAft>
              <a:buSzPts val="1400"/>
              <a:buChar char="●"/>
            </a:pPr>
            <a:r>
              <a:rPr lang="en"/>
              <a:t>Sepsis is a leading cause of death</a:t>
            </a:r>
            <a:endParaRPr/>
          </a:p>
          <a:p>
            <a:pPr marL="457200" lvl="0" indent="-317500" algn="l" rtl="0">
              <a:spcBef>
                <a:spcPts val="0"/>
              </a:spcBef>
              <a:spcAft>
                <a:spcPts val="0"/>
              </a:spcAft>
              <a:buSzPts val="1400"/>
              <a:buChar char="●"/>
            </a:pPr>
            <a:r>
              <a:rPr lang="en"/>
              <a:t>Once one hospital implemented a program written by another group, they found that it wasn’t accurate - it showe that the algorithm was close to just guessing</a:t>
            </a: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3"/>
              </a:rPr>
              <a:t>Epic sepsis model failure</a:t>
            </a:r>
            <a:endParaRPr/>
          </a:p>
          <a:p>
            <a:pPr marL="0" lvl="0" indent="0" algn="l" rtl="0">
              <a:spcBef>
                <a:spcPts val="0"/>
              </a:spcBef>
              <a:spcAft>
                <a:spcPts val="0"/>
              </a:spcAft>
              <a:buNone/>
            </a:pPr>
            <a:endParaRPr/>
          </a:p>
          <a:p>
            <a:pPr marL="0" lvl="0" indent="0" algn="l" rtl="0">
              <a:spcBef>
                <a:spcPts val="0"/>
              </a:spcBef>
              <a:spcAft>
                <a:spcPts val="0"/>
              </a:spcAft>
              <a:buNone/>
            </a:pPr>
            <a:r>
              <a:rPr lang="en" sz="1200">
                <a:solidFill>
                  <a:srgbClr val="363737"/>
                </a:solidFill>
                <a:latin typeface="Roboto"/>
                <a:ea typeface="Roboto"/>
                <a:cs typeface="Roboto"/>
                <a:sym typeface="Roboto"/>
              </a:rPr>
              <a:t>Absolutely. So I think back in 2016/2017, Epic came up with a system that would help healthcare providers predict which patients are most at risk of sepsis. And I think, again, this is a very important problem. I think sepsis is one of the leading causes of death worldwide and even in the US. And so, if we could fix that, I think it would be a game changer. The problem was that there were no external validations of this algorithm for the next four years. So for four years, between 2017 to 2021, the algorithm wasn't used by hundreds of hospitals in the US. </a:t>
            </a:r>
            <a:r>
              <a:rPr lang="en" sz="1200" u="sng">
                <a:solidFill>
                  <a:srgbClr val="363737"/>
                </a:solidFill>
                <a:latin typeface="Roboto"/>
                <a:ea typeface="Roboto"/>
                <a:cs typeface="Roboto"/>
                <a:sym typeface="Roboto"/>
                <a:hlinkClick r:id="rId4">
                  <a:extLst>
                    <a:ext uri="{A12FA001-AC4F-418D-AE19-62706E023703}">
                      <ahyp:hlinkClr xmlns:ahyp="http://schemas.microsoft.com/office/drawing/2018/hyperlinkcolor" val="tx"/>
                    </a:ext>
                  </a:extLst>
                </a:hlinkClick>
              </a:rPr>
              <a:t>And in 2021, a team from University of Michigan did this study in their own hospital to see what the efficacy of the sepsis prediction model is</a:t>
            </a:r>
            <a:r>
              <a:rPr lang="en" sz="1200">
                <a:solidFill>
                  <a:srgbClr val="363737"/>
                </a:solidFill>
                <a:latin typeface="Roboto"/>
                <a:ea typeface="Roboto"/>
                <a:cs typeface="Roboto"/>
                <a:sym typeface="Roboto"/>
              </a:rPr>
              <a:t>. They found out that Epic had claimed an AUC of between 0.76 and 0.83, and the actual AUC was closer to 0.6, and AUC of 0.5 is making guesses at random.</a:t>
            </a:r>
            <a:endParaRPr sz="1200">
              <a:solidFill>
                <a:srgbClr val="363737"/>
              </a:solidFill>
              <a:latin typeface="Roboto"/>
              <a:ea typeface="Roboto"/>
              <a:cs typeface="Roboto"/>
              <a:sym typeface="Roboto"/>
            </a:endParaRPr>
          </a:p>
          <a:p>
            <a:pPr marL="0" lvl="0" indent="0" algn="l" rtl="0">
              <a:spcBef>
                <a:spcPts val="0"/>
              </a:spcBef>
              <a:spcAft>
                <a:spcPts val="0"/>
              </a:spcAft>
              <a:buNone/>
            </a:pPr>
            <a:endParaRPr sz="1200">
              <a:solidFill>
                <a:srgbClr val="363737"/>
              </a:solidFill>
              <a:latin typeface="Roboto"/>
              <a:ea typeface="Roboto"/>
              <a:cs typeface="Roboto"/>
              <a:sym typeface="Roboto"/>
            </a:endParaRPr>
          </a:p>
          <a:p>
            <a:pPr marL="0" lvl="0" indent="0" algn="l" rtl="0">
              <a:spcBef>
                <a:spcPts val="0"/>
              </a:spcBef>
              <a:spcAft>
                <a:spcPts val="0"/>
              </a:spcAft>
              <a:buNone/>
            </a:pPr>
            <a:r>
              <a:rPr lang="en" sz="1200">
                <a:solidFill>
                  <a:srgbClr val="363737"/>
                </a:solidFill>
                <a:highlight>
                  <a:srgbClr val="FFFFFF"/>
                </a:highlight>
                <a:latin typeface="Roboto"/>
                <a:ea typeface="Roboto"/>
                <a:cs typeface="Roboto"/>
                <a:sym typeface="Roboto"/>
              </a:rPr>
              <a:t>So this was much, much worse than the company's claims. And I think even after that, it still took a year for sepsis to roll back this algorithm.</a:t>
            </a:r>
            <a:endParaRPr sz="1200">
              <a:solidFill>
                <a:srgbClr val="363737"/>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363737"/>
              </a:solidFill>
              <a:highlight>
                <a:srgbClr val="FFFFFF"/>
              </a:highlight>
              <a:latin typeface="Roboto"/>
              <a:ea typeface="Roboto"/>
              <a:cs typeface="Roboto"/>
              <a:sym typeface="Roboto"/>
            </a:endParaRPr>
          </a:p>
          <a:p>
            <a:pPr marL="0" lvl="0" indent="0" algn="l" rtl="0">
              <a:spcBef>
                <a:spcPts val="0"/>
              </a:spcBef>
              <a:spcAft>
                <a:spcPts val="0"/>
              </a:spcAft>
              <a:buNone/>
            </a:pPr>
            <a:r>
              <a:rPr lang="en" sz="1200">
                <a:solidFill>
                  <a:srgbClr val="363737"/>
                </a:solidFill>
                <a:highlight>
                  <a:srgbClr val="FFFFFF"/>
                </a:highlight>
                <a:latin typeface="Roboto"/>
                <a:ea typeface="Roboto"/>
                <a:cs typeface="Roboto"/>
                <a:sym typeface="Roboto"/>
              </a:rPr>
              <a:t>Epic was incentivizing the use of the model too. Capitalism</a:t>
            </a:r>
            <a:endParaRPr sz="1200">
              <a:solidFill>
                <a:srgbClr val="363737"/>
              </a:solidFill>
              <a:highlight>
                <a:srgbClr val="FFFFFF"/>
              </a:highlight>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4da072efc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34da072efc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p:nvPr/>
        </p:nvSpPr>
        <p:spPr>
          <a:xfrm>
            <a:off x="-26725" y="3532375"/>
            <a:ext cx="9210650" cy="1302680"/>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10" name="Google Shape;10;p2"/>
          <p:cNvSpPr/>
          <p:nvPr/>
        </p:nvSpPr>
        <p:spPr>
          <a:xfrm>
            <a:off x="-26725" y="3663700"/>
            <a:ext cx="9210650" cy="1529774"/>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11" name="Google Shape;11;p2"/>
          <p:cNvSpPr/>
          <p:nvPr/>
        </p:nvSpPr>
        <p:spPr>
          <a:xfrm rot="8100000">
            <a:off x="1875856" y="3381094"/>
            <a:ext cx="122612" cy="122612"/>
          </a:xfrm>
          <a:prstGeom prst="teardrop">
            <a:avLst>
              <a:gd name="adj" fmla="val 100000"/>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8100000">
            <a:off x="6047081" y="3578244"/>
            <a:ext cx="122612" cy="122612"/>
          </a:xfrm>
          <a:prstGeom prst="teardrop">
            <a:avLst>
              <a:gd name="adj" fmla="val 100000"/>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a:off x="-5312" y="3629038"/>
            <a:ext cx="9167825" cy="595300"/>
            <a:chOff x="-9525" y="4462475"/>
            <a:chExt cx="9167825" cy="595300"/>
          </a:xfrm>
        </p:grpSpPr>
        <p:sp>
          <p:nvSpPr>
            <p:cNvPr id="14" name="Google Shape;14;p2"/>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15" name="Google Shape;15;p2"/>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16" name="Google Shape;16;p2"/>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17" name="Google Shape;17;p2"/>
          <p:cNvGrpSpPr/>
          <p:nvPr/>
        </p:nvGrpSpPr>
        <p:grpSpPr>
          <a:xfrm>
            <a:off x="-42787" y="3605288"/>
            <a:ext cx="9229575" cy="642787"/>
            <a:chOff x="-42837" y="4443488"/>
            <a:chExt cx="9229575" cy="642787"/>
          </a:xfrm>
        </p:grpSpPr>
        <p:sp>
          <p:nvSpPr>
            <p:cNvPr id="18" name="Google Shape;18;p2"/>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43;p2"/>
          <p:cNvSpPr/>
          <p:nvPr/>
        </p:nvSpPr>
        <p:spPr>
          <a:xfrm>
            <a:off x="2990700" y="37480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085700" y="40337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895700" y="36778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rot="8100000">
            <a:off x="8699949" y="3490969"/>
            <a:ext cx="122612" cy="122612"/>
          </a:xfrm>
          <a:prstGeom prst="teardrop">
            <a:avLst>
              <a:gd name="adj" fmla="val 100000"/>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txBox="1">
            <a:spLocks noGrp="1"/>
          </p:cNvSpPr>
          <p:nvPr>
            <p:ph type="ctrTitle"/>
          </p:nvPr>
        </p:nvSpPr>
        <p:spPr>
          <a:xfrm>
            <a:off x="356000" y="4077875"/>
            <a:ext cx="8658600" cy="1159800"/>
          </a:xfrm>
          <a:prstGeom prst="rect">
            <a:avLst/>
          </a:prstGeom>
        </p:spPr>
        <p:txBody>
          <a:bodyPr spcFirstLastPara="1" wrap="square" lIns="91425" tIns="91425" rIns="91425" bIns="91425" anchor="ctr" anchorCtr="0">
            <a:noAutofit/>
          </a:bodyPr>
          <a:lstStyle>
            <a:lvl1pPr lvl="0" algn="r">
              <a:spcBef>
                <a:spcPts val="0"/>
              </a:spcBef>
              <a:spcAft>
                <a:spcPts val="0"/>
              </a:spcAft>
              <a:buClr>
                <a:srgbClr val="FFFFFF"/>
              </a:buClr>
              <a:buSzPts val="2800"/>
              <a:buFont typeface="Lora"/>
              <a:buNone/>
              <a:defRPr sz="2800">
                <a:solidFill>
                  <a:srgbClr val="FFFFFF"/>
                </a:solidFill>
                <a:latin typeface="Lora"/>
                <a:ea typeface="Lora"/>
                <a:cs typeface="Lora"/>
                <a:sym typeface="Lora"/>
              </a:defRPr>
            </a:lvl1pPr>
            <a:lvl2pPr lvl="1" algn="r">
              <a:spcBef>
                <a:spcPts val="0"/>
              </a:spcBef>
              <a:spcAft>
                <a:spcPts val="0"/>
              </a:spcAft>
              <a:buClr>
                <a:srgbClr val="FFFFFF"/>
              </a:buClr>
              <a:buSzPts val="4800"/>
              <a:buNone/>
              <a:defRPr sz="4800">
                <a:solidFill>
                  <a:srgbClr val="FFFFFF"/>
                </a:solidFill>
              </a:defRPr>
            </a:lvl2pPr>
            <a:lvl3pPr lvl="2" algn="r">
              <a:spcBef>
                <a:spcPts val="0"/>
              </a:spcBef>
              <a:spcAft>
                <a:spcPts val="0"/>
              </a:spcAft>
              <a:buClr>
                <a:srgbClr val="FFFFFF"/>
              </a:buClr>
              <a:buSzPts val="4800"/>
              <a:buNone/>
              <a:defRPr sz="4800">
                <a:solidFill>
                  <a:srgbClr val="FFFFFF"/>
                </a:solidFill>
              </a:defRPr>
            </a:lvl3pPr>
            <a:lvl4pPr lvl="3" algn="r">
              <a:spcBef>
                <a:spcPts val="0"/>
              </a:spcBef>
              <a:spcAft>
                <a:spcPts val="0"/>
              </a:spcAft>
              <a:buClr>
                <a:srgbClr val="FFFFFF"/>
              </a:buClr>
              <a:buSzPts val="4800"/>
              <a:buNone/>
              <a:defRPr sz="4800">
                <a:solidFill>
                  <a:srgbClr val="FFFFFF"/>
                </a:solidFill>
              </a:defRPr>
            </a:lvl4pPr>
            <a:lvl5pPr lvl="4" algn="r">
              <a:spcBef>
                <a:spcPts val="0"/>
              </a:spcBef>
              <a:spcAft>
                <a:spcPts val="0"/>
              </a:spcAft>
              <a:buClr>
                <a:srgbClr val="FFFFFF"/>
              </a:buClr>
              <a:buSzPts val="4800"/>
              <a:buNone/>
              <a:defRPr sz="4800">
                <a:solidFill>
                  <a:srgbClr val="FFFFFF"/>
                </a:solidFill>
              </a:defRPr>
            </a:lvl5pPr>
            <a:lvl6pPr lvl="5" algn="r">
              <a:spcBef>
                <a:spcPts val="0"/>
              </a:spcBef>
              <a:spcAft>
                <a:spcPts val="0"/>
              </a:spcAft>
              <a:buClr>
                <a:srgbClr val="FFFFFF"/>
              </a:buClr>
              <a:buSzPts val="4800"/>
              <a:buNone/>
              <a:defRPr sz="4800">
                <a:solidFill>
                  <a:srgbClr val="FFFFFF"/>
                </a:solidFill>
              </a:defRPr>
            </a:lvl6pPr>
            <a:lvl7pPr lvl="6" algn="r">
              <a:spcBef>
                <a:spcPts val="0"/>
              </a:spcBef>
              <a:spcAft>
                <a:spcPts val="0"/>
              </a:spcAft>
              <a:buClr>
                <a:srgbClr val="FFFFFF"/>
              </a:buClr>
              <a:buSzPts val="4800"/>
              <a:buNone/>
              <a:defRPr sz="4800">
                <a:solidFill>
                  <a:srgbClr val="FFFFFF"/>
                </a:solidFill>
              </a:defRPr>
            </a:lvl7pPr>
            <a:lvl8pPr lvl="7" algn="r">
              <a:spcBef>
                <a:spcPts val="0"/>
              </a:spcBef>
              <a:spcAft>
                <a:spcPts val="0"/>
              </a:spcAft>
              <a:buClr>
                <a:srgbClr val="FFFFFF"/>
              </a:buClr>
              <a:buSzPts val="4800"/>
              <a:buNone/>
              <a:defRPr sz="4800">
                <a:solidFill>
                  <a:srgbClr val="FFFFFF"/>
                </a:solidFill>
              </a:defRPr>
            </a:lvl8pPr>
            <a:lvl9pPr lvl="8" algn="r">
              <a:spcBef>
                <a:spcPts val="0"/>
              </a:spcBef>
              <a:spcAft>
                <a:spcPts val="0"/>
              </a:spcAft>
              <a:buClr>
                <a:srgbClr val="FFFFFF"/>
              </a:buClr>
              <a:buSzPts val="4800"/>
              <a:buNone/>
              <a:defRPr sz="48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48"/>
        <p:cNvGrpSpPr/>
        <p:nvPr/>
      </p:nvGrpSpPr>
      <p:grpSpPr>
        <a:xfrm>
          <a:off x="0" y="0"/>
          <a:ext cx="0" cy="0"/>
          <a:chOff x="0" y="0"/>
          <a:chExt cx="0" cy="0"/>
        </a:xfrm>
      </p:grpSpPr>
      <p:sp>
        <p:nvSpPr>
          <p:cNvPr id="49" name="Google Shape;49;p3"/>
          <p:cNvSpPr/>
          <p:nvPr/>
        </p:nvSpPr>
        <p:spPr>
          <a:xfrm>
            <a:off x="-26775" y="2008375"/>
            <a:ext cx="9210650" cy="3172625"/>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txBody>
          <a:bodyPr/>
          <a:lstStyle/>
          <a:p>
            <a:endParaRPr lang="en-US"/>
          </a:p>
        </p:txBody>
      </p:sp>
      <p:sp>
        <p:nvSpPr>
          <p:cNvPr id="50" name="Google Shape;50;p3"/>
          <p:cNvSpPr/>
          <p:nvPr/>
        </p:nvSpPr>
        <p:spPr>
          <a:xfrm>
            <a:off x="-26775" y="2139700"/>
            <a:ext cx="9210650" cy="3041300"/>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txBody>
          <a:bodyPr/>
          <a:lstStyle/>
          <a:p>
            <a:endParaRPr lang="en-US"/>
          </a:p>
        </p:txBody>
      </p:sp>
      <p:sp>
        <p:nvSpPr>
          <p:cNvPr id="51" name="Google Shape;51;p3"/>
          <p:cNvSpPr/>
          <p:nvPr/>
        </p:nvSpPr>
        <p:spPr>
          <a:xfrm rot="8100000">
            <a:off x="1847981" y="1814569"/>
            <a:ext cx="122612" cy="122612"/>
          </a:xfrm>
          <a:prstGeom prst="teardrop">
            <a:avLst>
              <a:gd name="adj" fmla="val 100000"/>
            </a:avLst>
          </a:prstGeom>
          <a:solidFill>
            <a:srgbClr val="AFF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rot="8100000">
            <a:off x="6038981" y="2098419"/>
            <a:ext cx="122612" cy="122612"/>
          </a:xfrm>
          <a:prstGeom prst="teardrop">
            <a:avLst>
              <a:gd name="adj" fmla="val 100000"/>
            </a:avLst>
          </a:prstGeom>
          <a:noFill/>
          <a:ln w="28575" cap="flat" cmpd="sng">
            <a:solidFill>
              <a:srgbClr val="00CE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8100000">
            <a:off x="7181981" y="21317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 name="Google Shape;54;p3"/>
          <p:cNvGrpSpPr/>
          <p:nvPr/>
        </p:nvGrpSpPr>
        <p:grpSpPr>
          <a:xfrm>
            <a:off x="-9525" y="2024075"/>
            <a:ext cx="9167825" cy="595300"/>
            <a:chOff x="-9525" y="4462475"/>
            <a:chExt cx="9167825" cy="595300"/>
          </a:xfrm>
        </p:grpSpPr>
        <p:sp>
          <p:nvSpPr>
            <p:cNvPr id="55" name="Google Shape;55;p3"/>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txBody>
            <a:bodyPr/>
            <a:lstStyle/>
            <a:p>
              <a:endParaRPr lang="en-US"/>
            </a:p>
          </p:txBody>
        </p:sp>
        <p:sp>
          <p:nvSpPr>
            <p:cNvPr id="56" name="Google Shape;56;p3"/>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txBody>
            <a:bodyPr/>
            <a:lstStyle/>
            <a:p>
              <a:endParaRPr lang="en-US"/>
            </a:p>
          </p:txBody>
        </p:sp>
        <p:sp>
          <p:nvSpPr>
            <p:cNvPr id="57" name="Google Shape;57;p3"/>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txBody>
            <a:bodyPr/>
            <a:lstStyle/>
            <a:p>
              <a:endParaRPr lang="en-US"/>
            </a:p>
          </p:txBody>
        </p:sp>
      </p:grpSp>
      <p:grpSp>
        <p:nvGrpSpPr>
          <p:cNvPr id="58" name="Google Shape;58;p3"/>
          <p:cNvGrpSpPr/>
          <p:nvPr/>
        </p:nvGrpSpPr>
        <p:grpSpPr>
          <a:xfrm>
            <a:off x="-42837" y="2005088"/>
            <a:ext cx="9229575" cy="642787"/>
            <a:chOff x="-42837" y="4443488"/>
            <a:chExt cx="9229575" cy="642787"/>
          </a:xfrm>
        </p:grpSpPr>
        <p:sp>
          <p:nvSpPr>
            <p:cNvPr id="59" name="Google Shape;59;p3"/>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3"/>
          <p:cNvSpPr/>
          <p:nvPr/>
        </p:nvSpPr>
        <p:spPr>
          <a:xfrm>
            <a:off x="2990700" y="21478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1085700" y="24335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4895700" y="20776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rot="8100000">
            <a:off x="8699949" y="1890769"/>
            <a:ext cx="122612" cy="122612"/>
          </a:xfrm>
          <a:prstGeom prst="teardrop">
            <a:avLst>
              <a:gd name="adj" fmla="val 100000"/>
            </a:avLst>
          </a:prstGeom>
          <a:noFill/>
          <a:ln w="28575" cap="flat" cmpd="sng">
            <a:solidFill>
              <a:srgbClr val="AFF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txBox="1">
            <a:spLocks noGrp="1"/>
          </p:cNvSpPr>
          <p:nvPr>
            <p:ph type="ctrTitle"/>
          </p:nvPr>
        </p:nvSpPr>
        <p:spPr>
          <a:xfrm>
            <a:off x="2309350" y="3031150"/>
            <a:ext cx="5214600" cy="11598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3600"/>
              <a:buFont typeface="Lora"/>
              <a:buNone/>
              <a:defRPr sz="3600">
                <a:solidFill>
                  <a:srgbClr val="FFFFFF"/>
                </a:solidFill>
                <a:latin typeface="Lora"/>
                <a:ea typeface="Lora"/>
                <a:cs typeface="Lora"/>
                <a:sym typeface="Lora"/>
              </a:defRPr>
            </a:lvl1pPr>
            <a:lvl2pPr lvl="1" algn="r" rtl="0">
              <a:spcBef>
                <a:spcPts val="0"/>
              </a:spcBef>
              <a:spcAft>
                <a:spcPts val="0"/>
              </a:spcAft>
              <a:buClr>
                <a:srgbClr val="FFFFFF"/>
              </a:buClr>
              <a:buSzPts val="3600"/>
              <a:buNone/>
              <a:defRPr sz="3600">
                <a:solidFill>
                  <a:srgbClr val="FFFFFF"/>
                </a:solidFill>
              </a:defRPr>
            </a:lvl2pPr>
            <a:lvl3pPr lvl="2" algn="r" rtl="0">
              <a:spcBef>
                <a:spcPts val="0"/>
              </a:spcBef>
              <a:spcAft>
                <a:spcPts val="0"/>
              </a:spcAft>
              <a:buClr>
                <a:srgbClr val="FFFFFF"/>
              </a:buClr>
              <a:buSzPts val="3600"/>
              <a:buNone/>
              <a:defRPr sz="3600">
                <a:solidFill>
                  <a:srgbClr val="FFFFFF"/>
                </a:solidFill>
              </a:defRPr>
            </a:lvl3pPr>
            <a:lvl4pPr lvl="3" algn="r" rtl="0">
              <a:spcBef>
                <a:spcPts val="0"/>
              </a:spcBef>
              <a:spcAft>
                <a:spcPts val="0"/>
              </a:spcAft>
              <a:buClr>
                <a:srgbClr val="FFFFFF"/>
              </a:buClr>
              <a:buSzPts val="3600"/>
              <a:buNone/>
              <a:defRPr sz="3600">
                <a:solidFill>
                  <a:srgbClr val="FFFFFF"/>
                </a:solidFill>
              </a:defRPr>
            </a:lvl4pPr>
            <a:lvl5pPr lvl="4" algn="r" rtl="0">
              <a:spcBef>
                <a:spcPts val="0"/>
              </a:spcBef>
              <a:spcAft>
                <a:spcPts val="0"/>
              </a:spcAft>
              <a:buClr>
                <a:srgbClr val="FFFFFF"/>
              </a:buClr>
              <a:buSzPts val="3600"/>
              <a:buNone/>
              <a:defRPr sz="3600">
                <a:solidFill>
                  <a:srgbClr val="FFFFFF"/>
                </a:solidFill>
              </a:defRPr>
            </a:lvl5pPr>
            <a:lvl6pPr lvl="5" algn="r" rtl="0">
              <a:spcBef>
                <a:spcPts val="0"/>
              </a:spcBef>
              <a:spcAft>
                <a:spcPts val="0"/>
              </a:spcAft>
              <a:buClr>
                <a:srgbClr val="FFFFFF"/>
              </a:buClr>
              <a:buSzPts val="3600"/>
              <a:buNone/>
              <a:defRPr sz="3600">
                <a:solidFill>
                  <a:srgbClr val="FFFFFF"/>
                </a:solidFill>
              </a:defRPr>
            </a:lvl6pPr>
            <a:lvl7pPr lvl="6" algn="r" rtl="0">
              <a:spcBef>
                <a:spcPts val="0"/>
              </a:spcBef>
              <a:spcAft>
                <a:spcPts val="0"/>
              </a:spcAft>
              <a:buClr>
                <a:srgbClr val="FFFFFF"/>
              </a:buClr>
              <a:buSzPts val="3600"/>
              <a:buNone/>
              <a:defRPr sz="3600">
                <a:solidFill>
                  <a:srgbClr val="FFFFFF"/>
                </a:solidFill>
              </a:defRPr>
            </a:lvl7pPr>
            <a:lvl8pPr lvl="7" algn="r" rtl="0">
              <a:spcBef>
                <a:spcPts val="0"/>
              </a:spcBef>
              <a:spcAft>
                <a:spcPts val="0"/>
              </a:spcAft>
              <a:buClr>
                <a:srgbClr val="FFFFFF"/>
              </a:buClr>
              <a:buSzPts val="3600"/>
              <a:buNone/>
              <a:defRPr sz="3600">
                <a:solidFill>
                  <a:srgbClr val="FFFFFF"/>
                </a:solidFill>
              </a:defRPr>
            </a:lvl8pPr>
            <a:lvl9pPr lvl="8" algn="r" rtl="0">
              <a:spcBef>
                <a:spcPts val="0"/>
              </a:spcBef>
              <a:spcAft>
                <a:spcPts val="0"/>
              </a:spcAft>
              <a:buClr>
                <a:srgbClr val="FFFFFF"/>
              </a:buClr>
              <a:buSzPts val="3600"/>
              <a:buNone/>
              <a:defRPr sz="3600">
                <a:solidFill>
                  <a:srgbClr val="FFFFFF"/>
                </a:solidFill>
              </a:defRPr>
            </a:lvl9pPr>
          </a:lstStyle>
          <a:p>
            <a:endParaRPr/>
          </a:p>
        </p:txBody>
      </p:sp>
      <p:sp>
        <p:nvSpPr>
          <p:cNvPr id="89" name="Google Shape;89;p3"/>
          <p:cNvSpPr txBox="1">
            <a:spLocks noGrp="1"/>
          </p:cNvSpPr>
          <p:nvPr>
            <p:ph type="subTitle" idx="1"/>
          </p:nvPr>
        </p:nvSpPr>
        <p:spPr>
          <a:xfrm>
            <a:off x="2309441" y="4059250"/>
            <a:ext cx="5214600" cy="784800"/>
          </a:xfrm>
          <a:prstGeom prst="rect">
            <a:avLst/>
          </a:prstGeom>
        </p:spPr>
        <p:txBody>
          <a:bodyPr spcFirstLastPara="1" wrap="square" lIns="91425" tIns="91425" rIns="91425" bIns="91425" anchor="ctr" anchorCtr="0">
            <a:normAutofit/>
          </a:bodyPr>
          <a:lstStyle>
            <a:lvl1pPr lvl="0" algn="r" rtl="0">
              <a:spcBef>
                <a:spcPts val="0"/>
              </a:spcBef>
              <a:spcAft>
                <a:spcPts val="0"/>
              </a:spcAft>
              <a:buClr>
                <a:srgbClr val="FFFFFF"/>
              </a:buClr>
              <a:buSzPts val="1500"/>
              <a:buFont typeface="Lora"/>
              <a:buNone/>
              <a:defRPr>
                <a:solidFill>
                  <a:srgbClr val="FFFFFF"/>
                </a:solidFill>
                <a:latin typeface="Lora"/>
                <a:ea typeface="Lora"/>
                <a:cs typeface="Lora"/>
                <a:sym typeface="Lora"/>
              </a:defRPr>
            </a:lvl1pPr>
            <a:lvl2pPr lvl="1" algn="r" rtl="0">
              <a:spcBef>
                <a:spcPts val="0"/>
              </a:spcBef>
              <a:spcAft>
                <a:spcPts val="0"/>
              </a:spcAft>
              <a:buClr>
                <a:srgbClr val="FFFFFF"/>
              </a:buClr>
              <a:buSzPts val="3000"/>
              <a:buNone/>
              <a:defRPr sz="3000">
                <a:solidFill>
                  <a:srgbClr val="FFFFFF"/>
                </a:solidFill>
              </a:defRPr>
            </a:lvl2pPr>
            <a:lvl3pPr lvl="2" algn="r" rtl="0">
              <a:spcBef>
                <a:spcPts val="0"/>
              </a:spcBef>
              <a:spcAft>
                <a:spcPts val="0"/>
              </a:spcAft>
              <a:buClr>
                <a:srgbClr val="FFFFFF"/>
              </a:buClr>
              <a:buSzPts val="3000"/>
              <a:buNone/>
              <a:defRPr sz="3000">
                <a:solidFill>
                  <a:srgbClr val="FFFFFF"/>
                </a:solidFill>
              </a:defRPr>
            </a:lvl3pPr>
            <a:lvl4pPr lvl="3" algn="r" rtl="0">
              <a:spcBef>
                <a:spcPts val="0"/>
              </a:spcBef>
              <a:spcAft>
                <a:spcPts val="0"/>
              </a:spcAft>
              <a:buClr>
                <a:srgbClr val="FFFFFF"/>
              </a:buClr>
              <a:buSzPts val="3000"/>
              <a:buNone/>
              <a:defRPr sz="3000">
                <a:solidFill>
                  <a:srgbClr val="FFFFFF"/>
                </a:solidFill>
              </a:defRPr>
            </a:lvl4pPr>
            <a:lvl5pPr lvl="4" algn="r" rtl="0">
              <a:spcBef>
                <a:spcPts val="0"/>
              </a:spcBef>
              <a:spcAft>
                <a:spcPts val="0"/>
              </a:spcAft>
              <a:buClr>
                <a:srgbClr val="FFFFFF"/>
              </a:buClr>
              <a:buSzPts val="3000"/>
              <a:buNone/>
              <a:defRPr sz="3000">
                <a:solidFill>
                  <a:srgbClr val="FFFFFF"/>
                </a:solidFill>
              </a:defRPr>
            </a:lvl5pPr>
            <a:lvl6pPr lvl="5" algn="r" rtl="0">
              <a:spcBef>
                <a:spcPts val="0"/>
              </a:spcBef>
              <a:spcAft>
                <a:spcPts val="0"/>
              </a:spcAft>
              <a:buClr>
                <a:srgbClr val="FFFFFF"/>
              </a:buClr>
              <a:buSzPts val="3000"/>
              <a:buNone/>
              <a:defRPr sz="3000">
                <a:solidFill>
                  <a:srgbClr val="FFFFFF"/>
                </a:solidFill>
              </a:defRPr>
            </a:lvl6pPr>
            <a:lvl7pPr lvl="6" algn="r" rtl="0">
              <a:spcBef>
                <a:spcPts val="0"/>
              </a:spcBef>
              <a:spcAft>
                <a:spcPts val="0"/>
              </a:spcAft>
              <a:buClr>
                <a:srgbClr val="FFFFFF"/>
              </a:buClr>
              <a:buSzPts val="3000"/>
              <a:buNone/>
              <a:defRPr sz="3000">
                <a:solidFill>
                  <a:srgbClr val="FFFFFF"/>
                </a:solidFill>
              </a:defRPr>
            </a:lvl7pPr>
            <a:lvl8pPr lvl="7" algn="r" rtl="0">
              <a:spcBef>
                <a:spcPts val="0"/>
              </a:spcBef>
              <a:spcAft>
                <a:spcPts val="0"/>
              </a:spcAft>
              <a:buClr>
                <a:srgbClr val="FFFFFF"/>
              </a:buClr>
              <a:buSzPts val="3000"/>
              <a:buNone/>
              <a:defRPr sz="3000">
                <a:solidFill>
                  <a:srgbClr val="FFFFFF"/>
                </a:solidFill>
              </a:defRPr>
            </a:lvl8pPr>
            <a:lvl9pPr lvl="8" algn="r" rtl="0">
              <a:spcBef>
                <a:spcPts val="0"/>
              </a:spcBef>
              <a:spcAft>
                <a:spcPts val="0"/>
              </a:spcAft>
              <a:buClr>
                <a:srgbClr val="FFFFFF"/>
              </a:buClr>
              <a:buSzPts val="3000"/>
              <a:buNone/>
              <a:defRPr sz="3000">
                <a:solidFill>
                  <a:srgbClr val="FFFFFF"/>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1">
  <p:cSld name="TITLE_1_1">
    <p:spTree>
      <p:nvGrpSpPr>
        <p:cNvPr id="1" name="Shape 90"/>
        <p:cNvGrpSpPr/>
        <p:nvPr/>
      </p:nvGrpSpPr>
      <p:grpSpPr>
        <a:xfrm>
          <a:off x="0" y="0"/>
          <a:ext cx="0" cy="0"/>
          <a:chOff x="0" y="0"/>
          <a:chExt cx="0" cy="0"/>
        </a:xfrm>
      </p:grpSpPr>
      <p:sp>
        <p:nvSpPr>
          <p:cNvPr id="91" name="Google Shape;91;p4"/>
          <p:cNvSpPr/>
          <p:nvPr/>
        </p:nvSpPr>
        <p:spPr>
          <a:xfrm>
            <a:off x="-26775" y="2008375"/>
            <a:ext cx="9210650" cy="3172625"/>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92" name="Google Shape;92;p4"/>
          <p:cNvSpPr/>
          <p:nvPr/>
        </p:nvSpPr>
        <p:spPr>
          <a:xfrm>
            <a:off x="-26775" y="2139700"/>
            <a:ext cx="9210650" cy="3041300"/>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93" name="Google Shape;93;p4"/>
          <p:cNvSpPr/>
          <p:nvPr/>
        </p:nvSpPr>
        <p:spPr>
          <a:xfrm rot="8100000">
            <a:off x="1847981" y="1814569"/>
            <a:ext cx="122612" cy="122612"/>
          </a:xfrm>
          <a:prstGeom prst="teardrop">
            <a:avLst>
              <a:gd name="adj" fmla="val 100000"/>
            </a:avLst>
          </a:prstGeom>
          <a:solidFill>
            <a:srgbClr val="AFF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rot="8100000">
            <a:off x="6038981" y="2098419"/>
            <a:ext cx="122612" cy="122612"/>
          </a:xfrm>
          <a:prstGeom prst="teardrop">
            <a:avLst>
              <a:gd name="adj" fmla="val 100000"/>
            </a:avLst>
          </a:prstGeom>
          <a:noFill/>
          <a:ln w="28575" cap="flat" cmpd="sng">
            <a:solidFill>
              <a:srgbClr val="00CE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rot="8100000">
            <a:off x="7181981" y="21317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96;p4"/>
          <p:cNvGrpSpPr/>
          <p:nvPr/>
        </p:nvGrpSpPr>
        <p:grpSpPr>
          <a:xfrm>
            <a:off x="-9525" y="2024075"/>
            <a:ext cx="9167825" cy="595300"/>
            <a:chOff x="-9525" y="4462475"/>
            <a:chExt cx="9167825" cy="595300"/>
          </a:xfrm>
        </p:grpSpPr>
        <p:sp>
          <p:nvSpPr>
            <p:cNvPr id="97" name="Google Shape;97;p4"/>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98" name="Google Shape;98;p4"/>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99" name="Google Shape;99;p4"/>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100" name="Google Shape;100;p4"/>
          <p:cNvGrpSpPr/>
          <p:nvPr/>
        </p:nvGrpSpPr>
        <p:grpSpPr>
          <a:xfrm>
            <a:off x="-42837" y="2005088"/>
            <a:ext cx="9229575" cy="642788"/>
            <a:chOff x="-42837" y="4443488"/>
            <a:chExt cx="9229575" cy="642788"/>
          </a:xfrm>
        </p:grpSpPr>
        <p:sp>
          <p:nvSpPr>
            <p:cNvPr id="101" name="Google Shape;101;p4"/>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4"/>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4"/>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4"/>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4"/>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4"/>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4"/>
          <p:cNvSpPr/>
          <p:nvPr/>
        </p:nvSpPr>
        <p:spPr>
          <a:xfrm>
            <a:off x="2990700" y="21478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1085700" y="24335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895700" y="20776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8100000">
            <a:off x="8699949" y="1890769"/>
            <a:ext cx="122612" cy="122612"/>
          </a:xfrm>
          <a:prstGeom prst="teardrop">
            <a:avLst>
              <a:gd name="adj" fmla="val 100000"/>
            </a:avLst>
          </a:prstGeom>
          <a:noFill/>
          <a:ln w="28575" cap="flat" cmpd="sng">
            <a:solidFill>
              <a:srgbClr val="AFF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4"/>
          <p:cNvSpPr txBox="1">
            <a:spLocks noGrp="1"/>
          </p:cNvSpPr>
          <p:nvPr>
            <p:ph type="title"/>
          </p:nvPr>
        </p:nvSpPr>
        <p:spPr>
          <a:xfrm>
            <a:off x="1536550" y="906725"/>
            <a:ext cx="6084000" cy="622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2600"/>
              <a:buNone/>
              <a:defRPr sz="2600">
                <a:solidFill>
                  <a:schemeClr val="dk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31" name="Google Shape;131;p4"/>
          <p:cNvSpPr txBox="1">
            <a:spLocks noGrp="1"/>
          </p:cNvSpPr>
          <p:nvPr>
            <p:ph type="body" idx="1"/>
          </p:nvPr>
        </p:nvSpPr>
        <p:spPr>
          <a:xfrm>
            <a:off x="1536538" y="1789175"/>
            <a:ext cx="6084000" cy="2766300"/>
          </a:xfrm>
          <a:prstGeom prst="rect">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lvl1pPr marL="457200" lvl="0" indent="-323850">
              <a:spcBef>
                <a:spcPts val="0"/>
              </a:spcBef>
              <a:spcAft>
                <a:spcPts val="0"/>
              </a:spcAft>
              <a:buSzPts val="15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itle 1 1">
  <p:cSld name="TITLE_1_1_1">
    <p:spTree>
      <p:nvGrpSpPr>
        <p:cNvPr id="1" name="Shape 132"/>
        <p:cNvGrpSpPr/>
        <p:nvPr/>
      </p:nvGrpSpPr>
      <p:grpSpPr>
        <a:xfrm>
          <a:off x="0" y="0"/>
          <a:ext cx="0" cy="0"/>
          <a:chOff x="0" y="0"/>
          <a:chExt cx="0" cy="0"/>
        </a:xfrm>
      </p:grpSpPr>
      <p:sp>
        <p:nvSpPr>
          <p:cNvPr id="133" name="Google Shape;133;p5"/>
          <p:cNvSpPr/>
          <p:nvPr/>
        </p:nvSpPr>
        <p:spPr>
          <a:xfrm>
            <a:off x="-26775" y="2008375"/>
            <a:ext cx="9210650" cy="3172625"/>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134" name="Google Shape;134;p5"/>
          <p:cNvSpPr/>
          <p:nvPr/>
        </p:nvSpPr>
        <p:spPr>
          <a:xfrm>
            <a:off x="-26775" y="2139700"/>
            <a:ext cx="9210650" cy="3041300"/>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135" name="Google Shape;135;p5"/>
          <p:cNvSpPr/>
          <p:nvPr/>
        </p:nvSpPr>
        <p:spPr>
          <a:xfrm rot="8100000">
            <a:off x="1847981" y="1814569"/>
            <a:ext cx="122612" cy="122612"/>
          </a:xfrm>
          <a:prstGeom prst="teardrop">
            <a:avLst>
              <a:gd name="adj" fmla="val 100000"/>
            </a:avLst>
          </a:prstGeom>
          <a:solidFill>
            <a:srgbClr val="AFF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rot="8100000">
            <a:off x="6038981" y="2098419"/>
            <a:ext cx="122612" cy="122612"/>
          </a:xfrm>
          <a:prstGeom prst="teardrop">
            <a:avLst>
              <a:gd name="adj" fmla="val 100000"/>
            </a:avLst>
          </a:prstGeom>
          <a:noFill/>
          <a:ln w="28575" cap="flat" cmpd="sng">
            <a:solidFill>
              <a:srgbClr val="00CE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rot="8100000">
            <a:off x="7181981" y="21317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5"/>
          <p:cNvGrpSpPr/>
          <p:nvPr/>
        </p:nvGrpSpPr>
        <p:grpSpPr>
          <a:xfrm>
            <a:off x="-9525" y="2024075"/>
            <a:ext cx="9167825" cy="595300"/>
            <a:chOff x="-9525" y="4462475"/>
            <a:chExt cx="9167825" cy="595300"/>
          </a:xfrm>
        </p:grpSpPr>
        <p:sp>
          <p:nvSpPr>
            <p:cNvPr id="139" name="Google Shape;139;p5"/>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140" name="Google Shape;140;p5"/>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141" name="Google Shape;141;p5"/>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142" name="Google Shape;142;p5"/>
          <p:cNvGrpSpPr/>
          <p:nvPr/>
        </p:nvGrpSpPr>
        <p:grpSpPr>
          <a:xfrm>
            <a:off x="-42837" y="2005088"/>
            <a:ext cx="9229575" cy="642788"/>
            <a:chOff x="-42837" y="4443488"/>
            <a:chExt cx="9229575" cy="642788"/>
          </a:xfrm>
        </p:grpSpPr>
        <p:sp>
          <p:nvSpPr>
            <p:cNvPr id="143" name="Google Shape;143;p5"/>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5"/>
          <p:cNvSpPr/>
          <p:nvPr/>
        </p:nvSpPr>
        <p:spPr>
          <a:xfrm>
            <a:off x="2990700" y="21478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1085700" y="24335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4895700" y="20776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rot="8100000">
            <a:off x="8699949" y="1890769"/>
            <a:ext cx="122612" cy="122612"/>
          </a:xfrm>
          <a:prstGeom prst="teardrop">
            <a:avLst>
              <a:gd name="adj" fmla="val 100000"/>
            </a:avLst>
          </a:prstGeom>
          <a:noFill/>
          <a:ln w="28575" cap="flat" cmpd="sng">
            <a:solidFill>
              <a:srgbClr val="AFF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txBox="1">
            <a:spLocks noGrp="1"/>
          </p:cNvSpPr>
          <p:nvPr>
            <p:ph type="title"/>
          </p:nvPr>
        </p:nvSpPr>
        <p:spPr>
          <a:xfrm>
            <a:off x="1536538" y="484300"/>
            <a:ext cx="6084000" cy="622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600"/>
              <a:buNone/>
              <a:defRPr sz="2600">
                <a:solidFill>
                  <a:schemeClr val="dk1"/>
                </a:solidFill>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173" name="Google Shape;173;p5"/>
          <p:cNvSpPr txBox="1">
            <a:spLocks noGrp="1"/>
          </p:cNvSpPr>
          <p:nvPr>
            <p:ph type="body" idx="1"/>
          </p:nvPr>
        </p:nvSpPr>
        <p:spPr>
          <a:xfrm>
            <a:off x="1324213" y="1391600"/>
            <a:ext cx="3043200" cy="3463200"/>
          </a:xfrm>
          <a:prstGeom prst="rect">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lvl1pPr marL="457200" lvl="0" indent="-323850" rtl="0">
              <a:spcBef>
                <a:spcPts val="0"/>
              </a:spcBef>
              <a:spcAft>
                <a:spcPts val="0"/>
              </a:spcAft>
              <a:buSzPts val="1500"/>
              <a:buChar char="●"/>
              <a:defRPr/>
            </a:lvl1pPr>
            <a:lvl2pPr marL="914400" lvl="1" indent="-323850" rtl="0">
              <a:spcBef>
                <a:spcPts val="0"/>
              </a:spcBef>
              <a:spcAft>
                <a:spcPts val="0"/>
              </a:spcAft>
              <a:buSzPts val="1500"/>
              <a:buChar char="○"/>
              <a:defRPr/>
            </a:lvl2pPr>
            <a:lvl3pPr marL="1371600" lvl="2" indent="-323850" rtl="0">
              <a:spcBef>
                <a:spcPts val="0"/>
              </a:spcBef>
              <a:spcAft>
                <a:spcPts val="0"/>
              </a:spcAft>
              <a:buSzPts val="1500"/>
              <a:buChar char="■"/>
              <a:defRPr/>
            </a:lvl3pPr>
            <a:lvl4pPr marL="1828800" lvl="3" indent="-323850" rtl="0">
              <a:spcBef>
                <a:spcPts val="0"/>
              </a:spcBef>
              <a:spcAft>
                <a:spcPts val="0"/>
              </a:spcAft>
              <a:buSzPts val="1500"/>
              <a:buChar char="●"/>
              <a:defRPr/>
            </a:lvl4pPr>
            <a:lvl5pPr marL="2286000" lvl="4" indent="-323850" rtl="0">
              <a:spcBef>
                <a:spcPts val="0"/>
              </a:spcBef>
              <a:spcAft>
                <a:spcPts val="0"/>
              </a:spcAft>
              <a:buSzPts val="1500"/>
              <a:buChar char="○"/>
              <a:defRPr/>
            </a:lvl5pPr>
            <a:lvl6pPr marL="2743200" lvl="5" indent="-323850" rtl="0">
              <a:spcBef>
                <a:spcPts val="0"/>
              </a:spcBef>
              <a:spcAft>
                <a:spcPts val="0"/>
              </a:spcAft>
              <a:buSzPts val="1500"/>
              <a:buChar char="■"/>
              <a:defRPr/>
            </a:lvl6pPr>
            <a:lvl7pPr marL="3200400" lvl="6" indent="-323850" rtl="0">
              <a:spcBef>
                <a:spcPts val="0"/>
              </a:spcBef>
              <a:spcAft>
                <a:spcPts val="0"/>
              </a:spcAft>
              <a:buSzPts val="1500"/>
              <a:buChar char="●"/>
              <a:defRPr/>
            </a:lvl7pPr>
            <a:lvl8pPr marL="3657600" lvl="7" indent="-323850" rtl="0">
              <a:spcBef>
                <a:spcPts val="0"/>
              </a:spcBef>
              <a:spcAft>
                <a:spcPts val="0"/>
              </a:spcAft>
              <a:buSzPts val="1500"/>
              <a:buChar char="○"/>
              <a:defRPr/>
            </a:lvl8pPr>
            <a:lvl9pPr marL="4114800" lvl="8" indent="-323850" rtl="0">
              <a:spcBef>
                <a:spcPts val="0"/>
              </a:spcBef>
              <a:spcAft>
                <a:spcPts val="0"/>
              </a:spcAft>
              <a:buSzPts val="1500"/>
              <a:buChar char="■"/>
              <a:defRPr/>
            </a:lvl9pPr>
          </a:lstStyle>
          <a:p>
            <a:endParaRPr/>
          </a:p>
        </p:txBody>
      </p:sp>
      <p:sp>
        <p:nvSpPr>
          <p:cNvPr id="174" name="Google Shape;174;p5"/>
          <p:cNvSpPr txBox="1">
            <a:spLocks noGrp="1"/>
          </p:cNvSpPr>
          <p:nvPr>
            <p:ph type="body" idx="2"/>
          </p:nvPr>
        </p:nvSpPr>
        <p:spPr>
          <a:xfrm>
            <a:off x="4789663" y="1391600"/>
            <a:ext cx="3043200" cy="3463200"/>
          </a:xfrm>
          <a:prstGeom prst="rect">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lvl1pPr marL="457200" lvl="0" indent="-323850" rtl="0">
              <a:spcBef>
                <a:spcPts val="0"/>
              </a:spcBef>
              <a:spcAft>
                <a:spcPts val="0"/>
              </a:spcAft>
              <a:buSzPts val="1500"/>
              <a:buChar char="●"/>
              <a:defRPr/>
            </a:lvl1pPr>
            <a:lvl2pPr marL="914400" lvl="1" indent="-323850" rtl="0">
              <a:spcBef>
                <a:spcPts val="0"/>
              </a:spcBef>
              <a:spcAft>
                <a:spcPts val="0"/>
              </a:spcAft>
              <a:buSzPts val="1500"/>
              <a:buChar char="○"/>
              <a:defRPr/>
            </a:lvl2pPr>
            <a:lvl3pPr marL="1371600" lvl="2" indent="-323850" rtl="0">
              <a:spcBef>
                <a:spcPts val="0"/>
              </a:spcBef>
              <a:spcAft>
                <a:spcPts val="0"/>
              </a:spcAft>
              <a:buSzPts val="1500"/>
              <a:buChar char="■"/>
              <a:defRPr/>
            </a:lvl3pPr>
            <a:lvl4pPr marL="1828800" lvl="3" indent="-323850" rtl="0">
              <a:spcBef>
                <a:spcPts val="0"/>
              </a:spcBef>
              <a:spcAft>
                <a:spcPts val="0"/>
              </a:spcAft>
              <a:buSzPts val="1500"/>
              <a:buChar char="●"/>
              <a:defRPr/>
            </a:lvl4pPr>
            <a:lvl5pPr marL="2286000" lvl="4" indent="-323850" rtl="0">
              <a:spcBef>
                <a:spcPts val="0"/>
              </a:spcBef>
              <a:spcAft>
                <a:spcPts val="0"/>
              </a:spcAft>
              <a:buSzPts val="1500"/>
              <a:buChar char="○"/>
              <a:defRPr/>
            </a:lvl5pPr>
            <a:lvl6pPr marL="2743200" lvl="5" indent="-323850" rtl="0">
              <a:spcBef>
                <a:spcPts val="0"/>
              </a:spcBef>
              <a:spcAft>
                <a:spcPts val="0"/>
              </a:spcAft>
              <a:buSzPts val="1500"/>
              <a:buChar char="■"/>
              <a:defRPr/>
            </a:lvl6pPr>
            <a:lvl7pPr marL="3200400" lvl="6" indent="-323850" rtl="0">
              <a:spcBef>
                <a:spcPts val="0"/>
              </a:spcBef>
              <a:spcAft>
                <a:spcPts val="0"/>
              </a:spcAft>
              <a:buSzPts val="1500"/>
              <a:buChar char="●"/>
              <a:defRPr/>
            </a:lvl7pPr>
            <a:lvl8pPr marL="3657600" lvl="7" indent="-323850" rtl="0">
              <a:spcBef>
                <a:spcPts val="0"/>
              </a:spcBef>
              <a:spcAft>
                <a:spcPts val="0"/>
              </a:spcAft>
              <a:buSzPts val="1500"/>
              <a:buChar char="○"/>
              <a:defRPr/>
            </a:lvl8pPr>
            <a:lvl9pPr marL="4114800" lvl="8" indent="-323850" rtl="0">
              <a:spcBef>
                <a:spcPts val="0"/>
              </a:spcBef>
              <a:spcAft>
                <a:spcPts val="0"/>
              </a:spcAft>
              <a:buSzPts val="15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75"/>
        <p:cNvGrpSpPr/>
        <p:nvPr/>
      </p:nvGrpSpPr>
      <p:grpSpPr>
        <a:xfrm>
          <a:off x="0" y="0"/>
          <a:ext cx="0" cy="0"/>
          <a:chOff x="0" y="0"/>
          <a:chExt cx="0" cy="0"/>
        </a:xfrm>
      </p:grpSpPr>
      <p:sp>
        <p:nvSpPr>
          <p:cNvPr id="176" name="Google Shape;176;p6"/>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lvl1pPr lvl="0">
              <a:spcBef>
                <a:spcPts val="0"/>
              </a:spcBef>
              <a:spcAft>
                <a:spcPts val="0"/>
              </a:spcAft>
              <a:buClr>
                <a:srgbClr val="418B9A"/>
              </a:buClr>
              <a:buSzPts val="2000"/>
              <a:buFont typeface="Lora"/>
              <a:buNone/>
              <a:defRPr>
                <a:solidFill>
                  <a:srgbClr val="418B9A"/>
                </a:solidFill>
                <a:latin typeface="Lora"/>
                <a:ea typeface="Lora"/>
                <a:cs typeface="Lora"/>
                <a:sym typeface="Lora"/>
              </a:defRPr>
            </a:lvl1pPr>
            <a:lvl2pPr lvl="1">
              <a:spcBef>
                <a:spcPts val="0"/>
              </a:spcBef>
              <a:spcAft>
                <a:spcPts val="0"/>
              </a:spcAft>
              <a:buSzPts val="2000"/>
              <a:buFont typeface="Lora"/>
              <a:buNone/>
              <a:defRPr>
                <a:latin typeface="Lora"/>
                <a:ea typeface="Lora"/>
                <a:cs typeface="Lora"/>
                <a:sym typeface="Lora"/>
              </a:defRPr>
            </a:lvl2pPr>
            <a:lvl3pPr lvl="2">
              <a:spcBef>
                <a:spcPts val="0"/>
              </a:spcBef>
              <a:spcAft>
                <a:spcPts val="0"/>
              </a:spcAft>
              <a:buSzPts val="2000"/>
              <a:buFont typeface="Lora"/>
              <a:buNone/>
              <a:defRPr>
                <a:latin typeface="Lora"/>
                <a:ea typeface="Lora"/>
                <a:cs typeface="Lora"/>
                <a:sym typeface="Lora"/>
              </a:defRPr>
            </a:lvl3pPr>
            <a:lvl4pPr lvl="3">
              <a:spcBef>
                <a:spcPts val="0"/>
              </a:spcBef>
              <a:spcAft>
                <a:spcPts val="0"/>
              </a:spcAft>
              <a:buSzPts val="2000"/>
              <a:buFont typeface="Lora"/>
              <a:buNone/>
              <a:defRPr>
                <a:latin typeface="Lora"/>
                <a:ea typeface="Lora"/>
                <a:cs typeface="Lora"/>
                <a:sym typeface="Lora"/>
              </a:defRPr>
            </a:lvl4pPr>
            <a:lvl5pPr lvl="4">
              <a:spcBef>
                <a:spcPts val="0"/>
              </a:spcBef>
              <a:spcAft>
                <a:spcPts val="0"/>
              </a:spcAft>
              <a:buSzPts val="2000"/>
              <a:buFont typeface="Lora"/>
              <a:buNone/>
              <a:defRPr>
                <a:latin typeface="Lora"/>
                <a:ea typeface="Lora"/>
                <a:cs typeface="Lora"/>
                <a:sym typeface="Lora"/>
              </a:defRPr>
            </a:lvl5pPr>
            <a:lvl6pPr lvl="5">
              <a:spcBef>
                <a:spcPts val="0"/>
              </a:spcBef>
              <a:spcAft>
                <a:spcPts val="0"/>
              </a:spcAft>
              <a:buSzPts val="2000"/>
              <a:buFont typeface="Lora"/>
              <a:buNone/>
              <a:defRPr>
                <a:latin typeface="Lora"/>
                <a:ea typeface="Lora"/>
                <a:cs typeface="Lora"/>
                <a:sym typeface="Lora"/>
              </a:defRPr>
            </a:lvl6pPr>
            <a:lvl7pPr lvl="6">
              <a:spcBef>
                <a:spcPts val="0"/>
              </a:spcBef>
              <a:spcAft>
                <a:spcPts val="0"/>
              </a:spcAft>
              <a:buSzPts val="2000"/>
              <a:buFont typeface="Lora"/>
              <a:buNone/>
              <a:defRPr>
                <a:latin typeface="Lora"/>
                <a:ea typeface="Lora"/>
                <a:cs typeface="Lora"/>
                <a:sym typeface="Lora"/>
              </a:defRPr>
            </a:lvl7pPr>
            <a:lvl8pPr lvl="7">
              <a:spcBef>
                <a:spcPts val="0"/>
              </a:spcBef>
              <a:spcAft>
                <a:spcPts val="0"/>
              </a:spcAft>
              <a:buSzPts val="2000"/>
              <a:buFont typeface="Lora"/>
              <a:buNone/>
              <a:defRPr>
                <a:latin typeface="Lora"/>
                <a:ea typeface="Lora"/>
                <a:cs typeface="Lora"/>
                <a:sym typeface="Lora"/>
              </a:defRPr>
            </a:lvl8pPr>
            <a:lvl9pPr lvl="8">
              <a:spcBef>
                <a:spcPts val="0"/>
              </a:spcBef>
              <a:spcAft>
                <a:spcPts val="0"/>
              </a:spcAft>
              <a:buSzPts val="2000"/>
              <a:buFont typeface="Lora"/>
              <a:buNone/>
              <a:defRPr>
                <a:latin typeface="Lora"/>
                <a:ea typeface="Lora"/>
                <a:cs typeface="Lora"/>
                <a:sym typeface="Lora"/>
              </a:defRPr>
            </a:lvl9pPr>
          </a:lstStyle>
          <a:p>
            <a:endParaRPr/>
          </a:p>
        </p:txBody>
      </p:sp>
      <p:sp>
        <p:nvSpPr>
          <p:cNvPr id="177" name="Google Shape;177;p6"/>
          <p:cNvSpPr txBox="1">
            <a:spLocks noGrp="1"/>
          </p:cNvSpPr>
          <p:nvPr>
            <p:ph type="body" idx="1"/>
          </p:nvPr>
        </p:nvSpPr>
        <p:spPr>
          <a:xfrm>
            <a:off x="908563" y="1119350"/>
            <a:ext cx="7316400" cy="2382600"/>
          </a:xfrm>
          <a:prstGeom prst="rect">
            <a:avLst/>
          </a:prstGeom>
        </p:spPr>
        <p:txBody>
          <a:bodyPr spcFirstLastPara="1" wrap="square" lIns="91425" tIns="91425" rIns="91425" bIns="91425" anchor="ctr" anchorCtr="0">
            <a:normAutofit/>
          </a:bodyPr>
          <a:lstStyle>
            <a:lvl1pPr marL="457200" lvl="0" indent="-323850">
              <a:spcBef>
                <a:spcPts val="0"/>
              </a:spcBef>
              <a:spcAft>
                <a:spcPts val="0"/>
              </a:spcAft>
              <a:buSzPts val="1500"/>
              <a:buFont typeface="Lora"/>
              <a:buChar char="●"/>
              <a:defRPr sz="1500">
                <a:latin typeface="Lora"/>
                <a:ea typeface="Lora"/>
                <a:cs typeface="Lora"/>
                <a:sym typeface="Lora"/>
              </a:defRPr>
            </a:lvl1pPr>
            <a:lvl2pPr marL="914400" lvl="1" indent="-323850">
              <a:spcBef>
                <a:spcPts val="0"/>
              </a:spcBef>
              <a:spcAft>
                <a:spcPts val="0"/>
              </a:spcAft>
              <a:buSzPts val="1500"/>
              <a:buFont typeface="Lora"/>
              <a:buChar char="○"/>
              <a:defRPr sz="1500">
                <a:latin typeface="Lora"/>
                <a:ea typeface="Lora"/>
                <a:cs typeface="Lora"/>
                <a:sym typeface="Lora"/>
              </a:defRPr>
            </a:lvl2pPr>
            <a:lvl3pPr marL="1371600" lvl="2" indent="-323850">
              <a:spcBef>
                <a:spcPts val="0"/>
              </a:spcBef>
              <a:spcAft>
                <a:spcPts val="0"/>
              </a:spcAft>
              <a:buSzPts val="1500"/>
              <a:buFont typeface="Lora"/>
              <a:buChar char="■"/>
              <a:defRPr sz="1500">
                <a:latin typeface="Lora"/>
                <a:ea typeface="Lora"/>
                <a:cs typeface="Lora"/>
                <a:sym typeface="Lora"/>
              </a:defRPr>
            </a:lvl3pPr>
            <a:lvl4pPr marL="1828800" lvl="3" indent="-323850">
              <a:spcBef>
                <a:spcPts val="0"/>
              </a:spcBef>
              <a:spcAft>
                <a:spcPts val="0"/>
              </a:spcAft>
              <a:buSzPts val="1500"/>
              <a:buFont typeface="Lora"/>
              <a:buChar char="●"/>
              <a:defRPr sz="1500">
                <a:latin typeface="Lora"/>
                <a:ea typeface="Lora"/>
                <a:cs typeface="Lora"/>
                <a:sym typeface="Lora"/>
              </a:defRPr>
            </a:lvl4pPr>
            <a:lvl5pPr marL="2286000" lvl="4" indent="-323850">
              <a:spcBef>
                <a:spcPts val="0"/>
              </a:spcBef>
              <a:spcAft>
                <a:spcPts val="0"/>
              </a:spcAft>
              <a:buSzPts val="1500"/>
              <a:buFont typeface="Lora"/>
              <a:buChar char="○"/>
              <a:defRPr sz="1500">
                <a:latin typeface="Lora"/>
                <a:ea typeface="Lora"/>
                <a:cs typeface="Lora"/>
                <a:sym typeface="Lora"/>
              </a:defRPr>
            </a:lvl5pPr>
            <a:lvl6pPr marL="2743200" lvl="5" indent="-323850">
              <a:spcBef>
                <a:spcPts val="0"/>
              </a:spcBef>
              <a:spcAft>
                <a:spcPts val="0"/>
              </a:spcAft>
              <a:buSzPts val="1500"/>
              <a:buFont typeface="Lora"/>
              <a:buChar char="■"/>
              <a:defRPr sz="1500">
                <a:latin typeface="Lora"/>
                <a:ea typeface="Lora"/>
                <a:cs typeface="Lora"/>
                <a:sym typeface="Lora"/>
              </a:defRPr>
            </a:lvl6pPr>
            <a:lvl7pPr marL="3200400" lvl="6" indent="-323850">
              <a:spcBef>
                <a:spcPts val="0"/>
              </a:spcBef>
              <a:spcAft>
                <a:spcPts val="0"/>
              </a:spcAft>
              <a:buSzPts val="1500"/>
              <a:buFont typeface="Lora"/>
              <a:buChar char="●"/>
              <a:defRPr sz="1500">
                <a:latin typeface="Lora"/>
                <a:ea typeface="Lora"/>
                <a:cs typeface="Lora"/>
                <a:sym typeface="Lora"/>
              </a:defRPr>
            </a:lvl7pPr>
            <a:lvl8pPr marL="3657600" lvl="7" indent="-323850">
              <a:spcBef>
                <a:spcPts val="0"/>
              </a:spcBef>
              <a:spcAft>
                <a:spcPts val="0"/>
              </a:spcAft>
              <a:buSzPts val="1500"/>
              <a:buFont typeface="Lora"/>
              <a:buChar char="○"/>
              <a:defRPr sz="1500">
                <a:latin typeface="Lora"/>
                <a:ea typeface="Lora"/>
                <a:cs typeface="Lora"/>
                <a:sym typeface="Lora"/>
              </a:defRPr>
            </a:lvl8pPr>
            <a:lvl9pPr marL="4114800" lvl="8" indent="-323850">
              <a:spcBef>
                <a:spcPts val="0"/>
              </a:spcBef>
              <a:spcAft>
                <a:spcPts val="0"/>
              </a:spcAft>
              <a:buSzPts val="1500"/>
              <a:buFont typeface="Lora"/>
              <a:buChar char="■"/>
              <a:defRPr sz="1500">
                <a:latin typeface="Lora"/>
                <a:ea typeface="Lora"/>
                <a:cs typeface="Lora"/>
                <a:sym typeface="Lora"/>
              </a:defRPr>
            </a:lvl9pPr>
          </a:lstStyle>
          <a:p>
            <a:endParaRPr/>
          </a:p>
        </p:txBody>
      </p:sp>
      <p:sp>
        <p:nvSpPr>
          <p:cNvPr id="178" name="Google Shape;178;p6"/>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179" name="Google Shape;179;p6"/>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180" name="Google Shape;180;p6"/>
          <p:cNvSpPr/>
          <p:nvPr/>
        </p:nvSpPr>
        <p:spPr>
          <a:xfrm rot="8100000">
            <a:off x="1847981" y="4252969"/>
            <a:ext cx="122612" cy="122612"/>
          </a:xfrm>
          <a:prstGeom prst="teardrop">
            <a:avLst>
              <a:gd name="adj" fmla="val 100000"/>
            </a:avLst>
          </a:prstGeom>
          <a:solidFill>
            <a:srgbClr val="E691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p:nvPr/>
        </p:nvSpPr>
        <p:spPr>
          <a:xfrm rot="8100000">
            <a:off x="6038981" y="453681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6"/>
          <p:cNvSpPr/>
          <p:nvPr/>
        </p:nvSpPr>
        <p:spPr>
          <a:xfrm rot="8100000">
            <a:off x="7181981" y="4570169"/>
            <a:ext cx="122612" cy="122612"/>
          </a:xfrm>
          <a:prstGeom prst="teardrop">
            <a:avLst>
              <a:gd name="adj" fmla="val 100000"/>
            </a:avLst>
          </a:prstGeom>
          <a:solidFill>
            <a:srgbClr val="418B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6"/>
          <p:cNvGrpSpPr/>
          <p:nvPr/>
        </p:nvGrpSpPr>
        <p:grpSpPr>
          <a:xfrm>
            <a:off x="-9525" y="4462475"/>
            <a:ext cx="9167825" cy="595300"/>
            <a:chOff x="-9525" y="4462475"/>
            <a:chExt cx="9167825" cy="595300"/>
          </a:xfrm>
        </p:grpSpPr>
        <p:sp>
          <p:nvSpPr>
            <p:cNvPr id="184" name="Google Shape;184;p6"/>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185" name="Google Shape;185;p6"/>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186" name="Google Shape;186;p6"/>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187" name="Google Shape;187;p6"/>
          <p:cNvGrpSpPr/>
          <p:nvPr/>
        </p:nvGrpSpPr>
        <p:grpSpPr>
          <a:xfrm>
            <a:off x="-42837" y="4443488"/>
            <a:ext cx="9229575" cy="642787"/>
            <a:chOff x="-42837" y="4443488"/>
            <a:chExt cx="9229575" cy="642787"/>
          </a:xfrm>
        </p:grpSpPr>
        <p:sp>
          <p:nvSpPr>
            <p:cNvPr id="188" name="Google Shape;188;p6"/>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6"/>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6"/>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6"/>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6"/>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6"/>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6"/>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 name="Google Shape;213;p6"/>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6"/>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6"/>
          <p:cNvSpPr/>
          <p:nvPr/>
        </p:nvSpPr>
        <p:spPr>
          <a:xfrm rot="8100000">
            <a:off x="8699949" y="432916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17"/>
        <p:cNvGrpSpPr/>
        <p:nvPr/>
      </p:nvGrpSpPr>
      <p:grpSpPr>
        <a:xfrm>
          <a:off x="0" y="0"/>
          <a:ext cx="0" cy="0"/>
          <a:chOff x="0" y="0"/>
          <a:chExt cx="0" cy="0"/>
        </a:xfrm>
      </p:grpSpPr>
      <p:sp>
        <p:nvSpPr>
          <p:cNvPr id="218" name="Google Shape;218;p7"/>
          <p:cNvSpPr txBox="1">
            <a:spLocks noGrp="1"/>
          </p:cNvSpPr>
          <p:nvPr>
            <p:ph type="title"/>
          </p:nvPr>
        </p:nvSpPr>
        <p:spPr>
          <a:xfrm>
            <a:off x="1068925" y="329375"/>
            <a:ext cx="6996600" cy="525300"/>
          </a:xfrm>
          <a:prstGeom prst="rect">
            <a:avLst/>
          </a:prstGeom>
        </p:spPr>
        <p:txBody>
          <a:bodyPr spcFirstLastPara="1" wrap="square" lIns="91425" tIns="91425" rIns="91425" bIns="91425" anchor="b" anchorCtr="0">
            <a:noAutofit/>
          </a:bodyPr>
          <a:lstStyle>
            <a:lvl1pPr lvl="0">
              <a:spcBef>
                <a:spcPts val="0"/>
              </a:spcBef>
              <a:spcAft>
                <a:spcPts val="0"/>
              </a:spcAft>
              <a:buClr>
                <a:srgbClr val="418B9A"/>
              </a:buClr>
              <a:buSzPts val="2000"/>
              <a:buFont typeface="Lora"/>
              <a:buNone/>
              <a:defRPr>
                <a:solidFill>
                  <a:srgbClr val="418B9A"/>
                </a:solidFill>
                <a:latin typeface="Lora"/>
                <a:ea typeface="Lora"/>
                <a:cs typeface="Lora"/>
                <a:sym typeface="Lora"/>
              </a:defRPr>
            </a:lvl1pPr>
            <a:lvl2pPr lvl="1">
              <a:spcBef>
                <a:spcPts val="0"/>
              </a:spcBef>
              <a:spcAft>
                <a:spcPts val="0"/>
              </a:spcAft>
              <a:buSzPts val="2000"/>
              <a:buFont typeface="Lora"/>
              <a:buNone/>
              <a:defRPr>
                <a:latin typeface="Lora"/>
                <a:ea typeface="Lora"/>
                <a:cs typeface="Lora"/>
                <a:sym typeface="Lora"/>
              </a:defRPr>
            </a:lvl2pPr>
            <a:lvl3pPr lvl="2">
              <a:spcBef>
                <a:spcPts val="0"/>
              </a:spcBef>
              <a:spcAft>
                <a:spcPts val="0"/>
              </a:spcAft>
              <a:buSzPts val="2000"/>
              <a:buFont typeface="Lora"/>
              <a:buNone/>
              <a:defRPr>
                <a:latin typeface="Lora"/>
                <a:ea typeface="Lora"/>
                <a:cs typeface="Lora"/>
                <a:sym typeface="Lora"/>
              </a:defRPr>
            </a:lvl3pPr>
            <a:lvl4pPr lvl="3">
              <a:spcBef>
                <a:spcPts val="0"/>
              </a:spcBef>
              <a:spcAft>
                <a:spcPts val="0"/>
              </a:spcAft>
              <a:buSzPts val="2000"/>
              <a:buFont typeface="Lora"/>
              <a:buNone/>
              <a:defRPr>
                <a:latin typeface="Lora"/>
                <a:ea typeface="Lora"/>
                <a:cs typeface="Lora"/>
                <a:sym typeface="Lora"/>
              </a:defRPr>
            </a:lvl4pPr>
            <a:lvl5pPr lvl="4">
              <a:spcBef>
                <a:spcPts val="0"/>
              </a:spcBef>
              <a:spcAft>
                <a:spcPts val="0"/>
              </a:spcAft>
              <a:buSzPts val="2000"/>
              <a:buFont typeface="Lora"/>
              <a:buNone/>
              <a:defRPr>
                <a:latin typeface="Lora"/>
                <a:ea typeface="Lora"/>
                <a:cs typeface="Lora"/>
                <a:sym typeface="Lora"/>
              </a:defRPr>
            </a:lvl5pPr>
            <a:lvl6pPr lvl="5">
              <a:spcBef>
                <a:spcPts val="0"/>
              </a:spcBef>
              <a:spcAft>
                <a:spcPts val="0"/>
              </a:spcAft>
              <a:buSzPts val="2000"/>
              <a:buFont typeface="Lora"/>
              <a:buNone/>
              <a:defRPr>
                <a:latin typeface="Lora"/>
                <a:ea typeface="Lora"/>
                <a:cs typeface="Lora"/>
                <a:sym typeface="Lora"/>
              </a:defRPr>
            </a:lvl6pPr>
            <a:lvl7pPr lvl="6">
              <a:spcBef>
                <a:spcPts val="0"/>
              </a:spcBef>
              <a:spcAft>
                <a:spcPts val="0"/>
              </a:spcAft>
              <a:buSzPts val="2000"/>
              <a:buFont typeface="Lora"/>
              <a:buNone/>
              <a:defRPr>
                <a:latin typeface="Lora"/>
                <a:ea typeface="Lora"/>
                <a:cs typeface="Lora"/>
                <a:sym typeface="Lora"/>
              </a:defRPr>
            </a:lvl7pPr>
            <a:lvl8pPr lvl="7">
              <a:spcBef>
                <a:spcPts val="0"/>
              </a:spcBef>
              <a:spcAft>
                <a:spcPts val="0"/>
              </a:spcAft>
              <a:buSzPts val="2000"/>
              <a:buFont typeface="Lora"/>
              <a:buNone/>
              <a:defRPr>
                <a:latin typeface="Lora"/>
                <a:ea typeface="Lora"/>
                <a:cs typeface="Lora"/>
                <a:sym typeface="Lora"/>
              </a:defRPr>
            </a:lvl8pPr>
            <a:lvl9pPr lvl="8">
              <a:spcBef>
                <a:spcPts val="0"/>
              </a:spcBef>
              <a:spcAft>
                <a:spcPts val="0"/>
              </a:spcAft>
              <a:buSzPts val="2000"/>
              <a:buFont typeface="Lora"/>
              <a:buNone/>
              <a:defRPr>
                <a:latin typeface="Lora"/>
                <a:ea typeface="Lora"/>
                <a:cs typeface="Lora"/>
                <a:sym typeface="Lora"/>
              </a:defRPr>
            </a:lvl9pPr>
          </a:lstStyle>
          <a:p>
            <a:endParaRPr/>
          </a:p>
        </p:txBody>
      </p:sp>
      <p:sp>
        <p:nvSpPr>
          <p:cNvPr id="219" name="Google Shape;219;p7"/>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220" name="Google Shape;220;p7"/>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221" name="Google Shape;221;p7"/>
          <p:cNvSpPr/>
          <p:nvPr/>
        </p:nvSpPr>
        <p:spPr>
          <a:xfrm rot="8100000">
            <a:off x="1847981" y="4252969"/>
            <a:ext cx="122612" cy="122612"/>
          </a:xfrm>
          <a:prstGeom prst="teardrop">
            <a:avLst>
              <a:gd name="adj" fmla="val 100000"/>
            </a:avLst>
          </a:prstGeom>
          <a:solidFill>
            <a:srgbClr val="E28F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rot="8100000">
            <a:off x="6038981" y="453681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rot="8100000">
            <a:off x="7181981" y="4570169"/>
            <a:ext cx="122612" cy="122612"/>
          </a:xfrm>
          <a:prstGeom prst="teardrop">
            <a:avLst>
              <a:gd name="adj" fmla="val 100000"/>
            </a:avLst>
          </a:prstGeom>
          <a:solidFill>
            <a:srgbClr val="418B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7"/>
          <p:cNvGrpSpPr/>
          <p:nvPr/>
        </p:nvGrpSpPr>
        <p:grpSpPr>
          <a:xfrm>
            <a:off x="-42837" y="4443488"/>
            <a:ext cx="9229575" cy="642787"/>
            <a:chOff x="-42837" y="4443488"/>
            <a:chExt cx="9229575" cy="642787"/>
          </a:xfrm>
        </p:grpSpPr>
        <p:sp>
          <p:nvSpPr>
            <p:cNvPr id="225" name="Google Shape;225;p7"/>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7"/>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7"/>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7"/>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7"/>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7"/>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7"/>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7"/>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7"/>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7"/>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7"/>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7"/>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7"/>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7"/>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 name="Google Shape;250;p7"/>
          <p:cNvGrpSpPr/>
          <p:nvPr/>
        </p:nvGrpSpPr>
        <p:grpSpPr>
          <a:xfrm>
            <a:off x="-9525" y="4462475"/>
            <a:ext cx="9167825" cy="595300"/>
            <a:chOff x="-9525" y="4462475"/>
            <a:chExt cx="9167825" cy="595300"/>
          </a:xfrm>
        </p:grpSpPr>
        <p:sp>
          <p:nvSpPr>
            <p:cNvPr id="251" name="Google Shape;251;p7"/>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252" name="Google Shape;252;p7"/>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253" name="Google Shape;253;p7"/>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sp>
        <p:nvSpPr>
          <p:cNvPr id="254" name="Google Shape;254;p7"/>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7"/>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7"/>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7"/>
          <p:cNvSpPr/>
          <p:nvPr/>
        </p:nvSpPr>
        <p:spPr>
          <a:xfrm rot="8100000">
            <a:off x="8699949" y="432916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7"/>
          <p:cNvSpPr txBox="1"/>
          <p:nvPr/>
        </p:nvSpPr>
        <p:spPr>
          <a:xfrm>
            <a:off x="2590800" y="3858500"/>
            <a:ext cx="3969300" cy="44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Source Sans Pro"/>
              <a:ea typeface="Source Sans Pro"/>
              <a:cs typeface="Source Sans Pro"/>
              <a:sym typeface="Source Sans Pro"/>
            </a:endParaRPr>
          </a:p>
        </p:txBody>
      </p:sp>
      <p:sp>
        <p:nvSpPr>
          <p:cNvPr id="259" name="Google Shape;259;p7"/>
          <p:cNvSpPr txBox="1">
            <a:spLocks noGrp="1"/>
          </p:cNvSpPr>
          <p:nvPr>
            <p:ph type="subTitle" idx="1"/>
          </p:nvPr>
        </p:nvSpPr>
        <p:spPr>
          <a:xfrm>
            <a:off x="2838925" y="632708"/>
            <a:ext cx="3456600" cy="281100"/>
          </a:xfrm>
          <a:prstGeom prst="rect">
            <a:avLst/>
          </a:prstGeom>
        </p:spPr>
        <p:txBody>
          <a:bodyPr spcFirstLastPara="1" wrap="square" lIns="91425" tIns="91425" rIns="91425" bIns="91425" anchor="t" anchorCtr="0">
            <a:normAutofit/>
          </a:bodyPr>
          <a:lstStyle>
            <a:lvl1pPr lvl="0" algn="ctr">
              <a:spcBef>
                <a:spcPts val="0"/>
              </a:spcBef>
              <a:spcAft>
                <a:spcPts val="0"/>
              </a:spcAft>
              <a:buNone/>
              <a:defRPr sz="1400">
                <a:solidFill>
                  <a:srgbClr val="E28F53"/>
                </a:solidFill>
                <a:latin typeface="Lora"/>
                <a:ea typeface="Lora"/>
                <a:cs typeface="Lora"/>
                <a:sym typeface="Lora"/>
              </a:defRPr>
            </a:lvl1pPr>
            <a:lvl2pPr lvl="1">
              <a:spcBef>
                <a:spcPts val="0"/>
              </a:spcBef>
              <a:spcAft>
                <a:spcPts val="0"/>
              </a:spcAft>
              <a:buNone/>
              <a:defRPr>
                <a:latin typeface="Lora"/>
                <a:ea typeface="Lora"/>
                <a:cs typeface="Lora"/>
                <a:sym typeface="Lora"/>
              </a:defRPr>
            </a:lvl2pPr>
            <a:lvl3pPr lvl="2">
              <a:spcBef>
                <a:spcPts val="0"/>
              </a:spcBef>
              <a:spcAft>
                <a:spcPts val="0"/>
              </a:spcAft>
              <a:buNone/>
              <a:defRPr>
                <a:latin typeface="Lora"/>
                <a:ea typeface="Lora"/>
                <a:cs typeface="Lora"/>
                <a:sym typeface="Lora"/>
              </a:defRPr>
            </a:lvl3pPr>
            <a:lvl4pPr lvl="3">
              <a:spcBef>
                <a:spcPts val="0"/>
              </a:spcBef>
              <a:spcAft>
                <a:spcPts val="0"/>
              </a:spcAft>
              <a:buNone/>
              <a:defRPr>
                <a:latin typeface="Lora"/>
                <a:ea typeface="Lora"/>
                <a:cs typeface="Lora"/>
                <a:sym typeface="Lora"/>
              </a:defRPr>
            </a:lvl4pPr>
            <a:lvl5pPr lvl="4">
              <a:spcBef>
                <a:spcPts val="0"/>
              </a:spcBef>
              <a:spcAft>
                <a:spcPts val="0"/>
              </a:spcAft>
              <a:buNone/>
              <a:defRPr>
                <a:latin typeface="Lora"/>
                <a:ea typeface="Lora"/>
                <a:cs typeface="Lora"/>
                <a:sym typeface="Lora"/>
              </a:defRPr>
            </a:lvl5pPr>
            <a:lvl6pPr lvl="5">
              <a:spcBef>
                <a:spcPts val="0"/>
              </a:spcBef>
              <a:spcAft>
                <a:spcPts val="0"/>
              </a:spcAft>
              <a:buNone/>
              <a:defRPr>
                <a:latin typeface="Lora"/>
                <a:ea typeface="Lora"/>
                <a:cs typeface="Lora"/>
                <a:sym typeface="Lora"/>
              </a:defRPr>
            </a:lvl6pPr>
            <a:lvl7pPr lvl="6">
              <a:spcBef>
                <a:spcPts val="0"/>
              </a:spcBef>
              <a:spcAft>
                <a:spcPts val="0"/>
              </a:spcAft>
              <a:buNone/>
              <a:defRPr>
                <a:latin typeface="Lora"/>
                <a:ea typeface="Lora"/>
                <a:cs typeface="Lora"/>
                <a:sym typeface="Lora"/>
              </a:defRPr>
            </a:lvl7pPr>
            <a:lvl8pPr lvl="7">
              <a:spcBef>
                <a:spcPts val="0"/>
              </a:spcBef>
              <a:spcAft>
                <a:spcPts val="0"/>
              </a:spcAft>
              <a:buNone/>
              <a:defRPr>
                <a:latin typeface="Lora"/>
                <a:ea typeface="Lora"/>
                <a:cs typeface="Lora"/>
                <a:sym typeface="Lora"/>
              </a:defRPr>
            </a:lvl8pPr>
            <a:lvl9pPr lvl="8">
              <a:spcBef>
                <a:spcPts val="0"/>
              </a:spcBef>
              <a:spcAft>
                <a:spcPts val="0"/>
              </a:spcAft>
              <a:buNone/>
              <a:defRPr>
                <a:latin typeface="Lora"/>
                <a:ea typeface="Lora"/>
                <a:cs typeface="Lora"/>
                <a:sym typeface="Lora"/>
              </a:defRPr>
            </a:lvl9pPr>
          </a:lstStyle>
          <a:p>
            <a:endParaRPr/>
          </a:p>
        </p:txBody>
      </p:sp>
      <p:sp>
        <p:nvSpPr>
          <p:cNvPr id="260" name="Google Shape;260;p7"/>
          <p:cNvSpPr txBox="1">
            <a:spLocks noGrp="1"/>
          </p:cNvSpPr>
          <p:nvPr>
            <p:ph type="body" idx="2"/>
          </p:nvPr>
        </p:nvSpPr>
        <p:spPr>
          <a:xfrm>
            <a:off x="917250" y="1172200"/>
            <a:ext cx="7316400" cy="2427900"/>
          </a:xfrm>
          <a:prstGeom prst="rect">
            <a:avLst/>
          </a:prstGeom>
        </p:spPr>
        <p:txBody>
          <a:bodyPr spcFirstLastPara="1" wrap="square" lIns="91425" tIns="91425" rIns="91425" bIns="91425" anchor="ctr" anchorCtr="0">
            <a:normAutofit/>
          </a:bodyPr>
          <a:lstStyle>
            <a:lvl1pPr marL="457200" lvl="0" indent="-323850" rtl="0">
              <a:spcBef>
                <a:spcPts val="0"/>
              </a:spcBef>
              <a:spcAft>
                <a:spcPts val="0"/>
              </a:spcAft>
              <a:buSzPts val="1500"/>
              <a:buFont typeface="Lora"/>
              <a:buChar char="●"/>
              <a:defRPr sz="1500">
                <a:latin typeface="Lora"/>
                <a:ea typeface="Lora"/>
                <a:cs typeface="Lora"/>
                <a:sym typeface="Lora"/>
              </a:defRPr>
            </a:lvl1pPr>
            <a:lvl2pPr marL="914400" lvl="1" indent="-323850" rtl="0">
              <a:spcBef>
                <a:spcPts val="0"/>
              </a:spcBef>
              <a:spcAft>
                <a:spcPts val="0"/>
              </a:spcAft>
              <a:buSzPts val="1500"/>
              <a:buFont typeface="Lora"/>
              <a:buChar char="○"/>
              <a:defRPr sz="1500">
                <a:latin typeface="Lora"/>
                <a:ea typeface="Lora"/>
                <a:cs typeface="Lora"/>
                <a:sym typeface="Lora"/>
              </a:defRPr>
            </a:lvl2pPr>
            <a:lvl3pPr marL="1371600" lvl="2" indent="-323850" rtl="0">
              <a:spcBef>
                <a:spcPts val="0"/>
              </a:spcBef>
              <a:spcAft>
                <a:spcPts val="0"/>
              </a:spcAft>
              <a:buSzPts val="1500"/>
              <a:buFont typeface="Lora"/>
              <a:buChar char="■"/>
              <a:defRPr sz="1500">
                <a:latin typeface="Lora"/>
                <a:ea typeface="Lora"/>
                <a:cs typeface="Lora"/>
                <a:sym typeface="Lora"/>
              </a:defRPr>
            </a:lvl3pPr>
            <a:lvl4pPr marL="1828800" lvl="3" indent="-323850" rtl="0">
              <a:spcBef>
                <a:spcPts val="0"/>
              </a:spcBef>
              <a:spcAft>
                <a:spcPts val="0"/>
              </a:spcAft>
              <a:buSzPts val="1500"/>
              <a:buFont typeface="Lora"/>
              <a:buChar char="●"/>
              <a:defRPr sz="1500">
                <a:latin typeface="Lora"/>
                <a:ea typeface="Lora"/>
                <a:cs typeface="Lora"/>
                <a:sym typeface="Lora"/>
              </a:defRPr>
            </a:lvl4pPr>
            <a:lvl5pPr marL="2286000" lvl="4" indent="-323850" rtl="0">
              <a:spcBef>
                <a:spcPts val="0"/>
              </a:spcBef>
              <a:spcAft>
                <a:spcPts val="0"/>
              </a:spcAft>
              <a:buSzPts val="1500"/>
              <a:buFont typeface="Lora"/>
              <a:buChar char="○"/>
              <a:defRPr sz="1500">
                <a:latin typeface="Lora"/>
                <a:ea typeface="Lora"/>
                <a:cs typeface="Lora"/>
                <a:sym typeface="Lora"/>
              </a:defRPr>
            </a:lvl5pPr>
            <a:lvl6pPr marL="2743200" lvl="5" indent="-323850" rtl="0">
              <a:spcBef>
                <a:spcPts val="0"/>
              </a:spcBef>
              <a:spcAft>
                <a:spcPts val="0"/>
              </a:spcAft>
              <a:buSzPts val="1500"/>
              <a:buFont typeface="Lora"/>
              <a:buChar char="■"/>
              <a:defRPr sz="1500">
                <a:latin typeface="Lora"/>
                <a:ea typeface="Lora"/>
                <a:cs typeface="Lora"/>
                <a:sym typeface="Lora"/>
              </a:defRPr>
            </a:lvl6pPr>
            <a:lvl7pPr marL="3200400" lvl="6" indent="-323850" rtl="0">
              <a:spcBef>
                <a:spcPts val="0"/>
              </a:spcBef>
              <a:spcAft>
                <a:spcPts val="0"/>
              </a:spcAft>
              <a:buSzPts val="1500"/>
              <a:buFont typeface="Lora"/>
              <a:buChar char="●"/>
              <a:defRPr sz="1500">
                <a:latin typeface="Lora"/>
                <a:ea typeface="Lora"/>
                <a:cs typeface="Lora"/>
                <a:sym typeface="Lora"/>
              </a:defRPr>
            </a:lvl7pPr>
            <a:lvl8pPr marL="3657600" lvl="7" indent="-323850" rtl="0">
              <a:spcBef>
                <a:spcPts val="0"/>
              </a:spcBef>
              <a:spcAft>
                <a:spcPts val="0"/>
              </a:spcAft>
              <a:buSzPts val="1500"/>
              <a:buFont typeface="Lora"/>
              <a:buChar char="○"/>
              <a:defRPr sz="1500">
                <a:latin typeface="Lora"/>
                <a:ea typeface="Lora"/>
                <a:cs typeface="Lora"/>
                <a:sym typeface="Lora"/>
              </a:defRPr>
            </a:lvl8pPr>
            <a:lvl9pPr marL="4114800" lvl="8" indent="-323850" rtl="0">
              <a:spcBef>
                <a:spcPts val="0"/>
              </a:spcBef>
              <a:spcAft>
                <a:spcPts val="0"/>
              </a:spcAft>
              <a:buSzPts val="1500"/>
              <a:buFont typeface="Lora"/>
              <a:buChar char="■"/>
              <a:defRPr sz="1500">
                <a:latin typeface="Lora"/>
                <a:ea typeface="Lora"/>
                <a:cs typeface="Lora"/>
                <a:sym typeface="Lora"/>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1"/>
        <p:cNvGrpSpPr/>
        <p:nvPr/>
      </p:nvGrpSpPr>
      <p:grpSpPr>
        <a:xfrm>
          <a:off x="0" y="0"/>
          <a:ext cx="0" cy="0"/>
          <a:chOff x="0" y="0"/>
          <a:chExt cx="0" cy="0"/>
        </a:xfrm>
      </p:grpSpPr>
      <p:sp>
        <p:nvSpPr>
          <p:cNvPr id="262" name="Google Shape;262;p8"/>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263" name="Google Shape;263;p8"/>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264" name="Google Shape;264;p8"/>
          <p:cNvSpPr/>
          <p:nvPr/>
        </p:nvSpPr>
        <p:spPr>
          <a:xfrm rot="8100000">
            <a:off x="1847981" y="4252969"/>
            <a:ext cx="122612" cy="122612"/>
          </a:xfrm>
          <a:prstGeom prst="teardrop">
            <a:avLst>
              <a:gd name="adj" fmla="val 100000"/>
            </a:avLst>
          </a:prstGeom>
          <a:solidFill>
            <a:srgbClr val="E28F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rot="8100000">
            <a:off x="6038981" y="453681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rot="8100000">
            <a:off x="7181981" y="45701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7" name="Google Shape;267;p8"/>
          <p:cNvGrpSpPr/>
          <p:nvPr/>
        </p:nvGrpSpPr>
        <p:grpSpPr>
          <a:xfrm>
            <a:off x="-9525" y="4462475"/>
            <a:ext cx="9167825" cy="595300"/>
            <a:chOff x="-9525" y="4462475"/>
            <a:chExt cx="9167825" cy="595300"/>
          </a:xfrm>
        </p:grpSpPr>
        <p:sp>
          <p:nvSpPr>
            <p:cNvPr id="268" name="Google Shape;268;p8"/>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269" name="Google Shape;269;p8"/>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270" name="Google Shape;270;p8"/>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271" name="Google Shape;271;p8"/>
          <p:cNvGrpSpPr/>
          <p:nvPr/>
        </p:nvGrpSpPr>
        <p:grpSpPr>
          <a:xfrm>
            <a:off x="-42837" y="4443488"/>
            <a:ext cx="9229575" cy="642787"/>
            <a:chOff x="-42837" y="4443488"/>
            <a:chExt cx="9229575" cy="642787"/>
          </a:xfrm>
        </p:grpSpPr>
        <p:sp>
          <p:nvSpPr>
            <p:cNvPr id="272" name="Google Shape;272;p8"/>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8"/>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8"/>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8"/>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8"/>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8"/>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8"/>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8"/>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8"/>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8"/>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8"/>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8"/>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8"/>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8"/>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 name="Google Shape;297;p8"/>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8"/>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8"/>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8"/>
          <p:cNvSpPr/>
          <p:nvPr/>
        </p:nvSpPr>
        <p:spPr>
          <a:xfrm rot="8100000">
            <a:off x="8699949" y="4329169"/>
            <a:ext cx="122612" cy="122612"/>
          </a:xfrm>
          <a:prstGeom prst="teardrop">
            <a:avLst>
              <a:gd name="adj" fmla="val 100000"/>
            </a:avLst>
          </a:prstGeom>
          <a:noFill/>
          <a:ln w="28575" cap="flat" cmpd="sng">
            <a:solidFill>
              <a:srgbClr val="E28F5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1"/>
        <p:cNvGrpSpPr/>
        <p:nvPr/>
      </p:nvGrpSpPr>
      <p:grpSpPr>
        <a:xfrm>
          <a:off x="0" y="0"/>
          <a:ext cx="0" cy="0"/>
          <a:chOff x="0" y="0"/>
          <a:chExt cx="0" cy="0"/>
        </a:xfrm>
      </p:grpSpPr>
      <p:sp>
        <p:nvSpPr>
          <p:cNvPr id="302" name="Google Shape;302;p9"/>
          <p:cNvSpPr/>
          <p:nvPr/>
        </p:nvSpPr>
        <p:spPr>
          <a:xfrm>
            <a:off x="-28575" y="4446775"/>
            <a:ext cx="9191625" cy="712478"/>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E28F53"/>
          </a:solidFill>
          <a:ln>
            <a:noFill/>
          </a:ln>
        </p:spPr>
      </p:sp>
      <p:sp>
        <p:nvSpPr>
          <p:cNvPr id="303" name="Google Shape;303;p9"/>
          <p:cNvSpPr/>
          <p:nvPr/>
        </p:nvSpPr>
        <p:spPr>
          <a:xfrm>
            <a:off x="-28575" y="4578111"/>
            <a:ext cx="9191625" cy="584439"/>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418B9A"/>
          </a:solidFill>
          <a:ln>
            <a:noFill/>
          </a:ln>
        </p:spPr>
      </p:sp>
      <p:sp>
        <p:nvSpPr>
          <p:cNvPr id="304" name="Google Shape;304;p9"/>
          <p:cNvSpPr/>
          <p:nvPr/>
        </p:nvSpPr>
        <p:spPr>
          <a:xfrm rot="8100000">
            <a:off x="1847981" y="4252969"/>
            <a:ext cx="122612" cy="122612"/>
          </a:xfrm>
          <a:prstGeom prst="teardrop">
            <a:avLst>
              <a:gd name="adj" fmla="val 100000"/>
            </a:avLst>
          </a:prstGeom>
          <a:solidFill>
            <a:srgbClr val="418B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p:nvPr/>
        </p:nvSpPr>
        <p:spPr>
          <a:xfrm rot="8100000">
            <a:off x="6038981" y="4536819"/>
            <a:ext cx="122612" cy="122612"/>
          </a:xfrm>
          <a:prstGeom prst="teardrop">
            <a:avLst>
              <a:gd name="adj" fmla="val 100000"/>
            </a:avLst>
          </a:prstGeom>
          <a:noFill/>
          <a:ln w="28575" cap="flat" cmpd="sng">
            <a:solidFill>
              <a:srgbClr val="418B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9"/>
          <p:cNvSpPr/>
          <p:nvPr/>
        </p:nvSpPr>
        <p:spPr>
          <a:xfrm rot="8100000">
            <a:off x="7181981" y="45701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 name="Google Shape;307;p9"/>
          <p:cNvGrpSpPr/>
          <p:nvPr/>
        </p:nvGrpSpPr>
        <p:grpSpPr>
          <a:xfrm>
            <a:off x="-9525" y="4462475"/>
            <a:ext cx="9167825" cy="595300"/>
            <a:chOff x="-9525" y="4462475"/>
            <a:chExt cx="9167825" cy="595300"/>
          </a:xfrm>
        </p:grpSpPr>
        <p:sp>
          <p:nvSpPr>
            <p:cNvPr id="308" name="Google Shape;308;p9"/>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309" name="Google Shape;309;p9"/>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310" name="Google Shape;310;p9"/>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311" name="Google Shape;311;p9"/>
          <p:cNvGrpSpPr/>
          <p:nvPr/>
        </p:nvGrpSpPr>
        <p:grpSpPr>
          <a:xfrm>
            <a:off x="-42837" y="4443488"/>
            <a:ext cx="9229575" cy="642787"/>
            <a:chOff x="-42837" y="4443488"/>
            <a:chExt cx="9229575" cy="642787"/>
          </a:xfrm>
        </p:grpSpPr>
        <p:sp>
          <p:nvSpPr>
            <p:cNvPr id="312" name="Google Shape;312;p9"/>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9"/>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9"/>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9"/>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9"/>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9"/>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9"/>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9"/>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9"/>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9"/>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9"/>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9"/>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9"/>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9"/>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9"/>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9"/>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9"/>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 name="Google Shape;337;p9"/>
          <p:cNvSpPr/>
          <p:nvPr/>
        </p:nvSpPr>
        <p:spPr>
          <a:xfrm>
            <a:off x="2990700" y="458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9"/>
          <p:cNvSpPr/>
          <p:nvPr/>
        </p:nvSpPr>
        <p:spPr>
          <a:xfrm>
            <a:off x="1085700" y="487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9"/>
          <p:cNvSpPr/>
          <p:nvPr/>
        </p:nvSpPr>
        <p:spPr>
          <a:xfrm>
            <a:off x="4895700" y="451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9"/>
          <p:cNvSpPr/>
          <p:nvPr/>
        </p:nvSpPr>
        <p:spPr>
          <a:xfrm rot="8100000">
            <a:off x="8699949" y="4329169"/>
            <a:ext cx="122612" cy="122612"/>
          </a:xfrm>
          <a:prstGeom prst="teardrop">
            <a:avLst>
              <a:gd name="adj" fmla="val 100000"/>
            </a:avLst>
          </a:prstGeom>
          <a:noFill/>
          <a:ln w="28575" cap="flat" cmpd="sng">
            <a:solidFill>
              <a:srgbClr val="AFF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ll graph 1">
  <p:cSld name="BLANK_2_1">
    <p:spTree>
      <p:nvGrpSpPr>
        <p:cNvPr id="1" name="Shape 382"/>
        <p:cNvGrpSpPr/>
        <p:nvPr/>
      </p:nvGrpSpPr>
      <p:grpSpPr>
        <a:xfrm>
          <a:off x="0" y="0"/>
          <a:ext cx="0" cy="0"/>
          <a:chOff x="0" y="0"/>
          <a:chExt cx="0" cy="0"/>
        </a:xfrm>
      </p:grpSpPr>
      <p:sp>
        <p:nvSpPr>
          <p:cNvPr id="383" name="Google Shape;383;p11"/>
          <p:cNvSpPr/>
          <p:nvPr/>
        </p:nvSpPr>
        <p:spPr>
          <a:xfrm>
            <a:off x="-20075" y="636775"/>
            <a:ext cx="9203950" cy="4550900"/>
          </a:xfrm>
          <a:custGeom>
            <a:avLst/>
            <a:gdLst/>
            <a:ahLst/>
            <a:cxnLst/>
            <a:rect l="l" t="t" r="r" b="b"/>
            <a:pathLst>
              <a:path w="368158" h="182036" extrusionOk="0">
                <a:moveTo>
                  <a:pt x="41" y="263"/>
                </a:moveTo>
                <a:lnTo>
                  <a:pt x="16234" y="11294"/>
                </a:lnTo>
                <a:lnTo>
                  <a:pt x="31283" y="5122"/>
                </a:lnTo>
                <a:lnTo>
                  <a:pt x="62144" y="4991"/>
                </a:lnTo>
                <a:lnTo>
                  <a:pt x="77384" y="0"/>
                </a:lnTo>
                <a:lnTo>
                  <a:pt x="92624" y="13527"/>
                </a:lnTo>
                <a:lnTo>
                  <a:pt x="107674" y="21276"/>
                </a:lnTo>
                <a:lnTo>
                  <a:pt x="122723" y="21145"/>
                </a:lnTo>
                <a:lnTo>
                  <a:pt x="138725" y="10375"/>
                </a:lnTo>
                <a:lnTo>
                  <a:pt x="153775" y="7880"/>
                </a:lnTo>
                <a:lnTo>
                  <a:pt x="168443" y="2349"/>
                </a:lnTo>
                <a:lnTo>
                  <a:pt x="184064" y="14841"/>
                </a:lnTo>
                <a:lnTo>
                  <a:pt x="199304" y="15274"/>
                </a:lnTo>
                <a:lnTo>
                  <a:pt x="214354" y="25085"/>
                </a:lnTo>
                <a:lnTo>
                  <a:pt x="229784" y="25085"/>
                </a:lnTo>
                <a:lnTo>
                  <a:pt x="245786" y="20094"/>
                </a:lnTo>
                <a:lnTo>
                  <a:pt x="260836" y="20094"/>
                </a:lnTo>
                <a:lnTo>
                  <a:pt x="275123" y="11426"/>
                </a:lnTo>
                <a:lnTo>
                  <a:pt x="291316" y="16810"/>
                </a:lnTo>
                <a:lnTo>
                  <a:pt x="305603" y="8143"/>
                </a:lnTo>
                <a:lnTo>
                  <a:pt x="336464" y="8012"/>
                </a:lnTo>
                <a:lnTo>
                  <a:pt x="351514" y="11294"/>
                </a:lnTo>
                <a:lnTo>
                  <a:pt x="367325" y="2758"/>
                </a:lnTo>
                <a:lnTo>
                  <a:pt x="368158" y="181769"/>
                </a:lnTo>
                <a:lnTo>
                  <a:pt x="0" y="182036"/>
                </a:lnTo>
                <a:close/>
              </a:path>
            </a:pathLst>
          </a:custGeom>
          <a:solidFill>
            <a:srgbClr val="418B9A"/>
          </a:solidFill>
          <a:ln>
            <a:noFill/>
          </a:ln>
        </p:spPr>
      </p:sp>
      <p:sp>
        <p:nvSpPr>
          <p:cNvPr id="384" name="Google Shape;384;p11"/>
          <p:cNvSpPr/>
          <p:nvPr/>
        </p:nvSpPr>
        <p:spPr>
          <a:xfrm>
            <a:off x="-33475" y="768100"/>
            <a:ext cx="9210650" cy="4406200"/>
          </a:xfrm>
          <a:custGeom>
            <a:avLst/>
            <a:gdLst/>
            <a:ahLst/>
            <a:cxnLst/>
            <a:rect l="l" t="t" r="r" b="b"/>
            <a:pathLst>
              <a:path w="368426" h="176248" extrusionOk="0">
                <a:moveTo>
                  <a:pt x="577" y="5516"/>
                </a:moveTo>
                <a:lnTo>
                  <a:pt x="16960" y="11214"/>
                </a:lnTo>
                <a:lnTo>
                  <a:pt x="47440" y="11214"/>
                </a:lnTo>
                <a:lnTo>
                  <a:pt x="62680" y="6843"/>
                </a:lnTo>
                <a:lnTo>
                  <a:pt x="77920" y="16156"/>
                </a:lnTo>
                <a:lnTo>
                  <a:pt x="93160" y="16156"/>
                </a:lnTo>
                <a:lnTo>
                  <a:pt x="107638" y="11214"/>
                </a:lnTo>
                <a:lnTo>
                  <a:pt x="122878" y="8173"/>
                </a:lnTo>
                <a:lnTo>
                  <a:pt x="138880" y="8173"/>
                </a:lnTo>
                <a:lnTo>
                  <a:pt x="154120" y="10834"/>
                </a:lnTo>
                <a:lnTo>
                  <a:pt x="168979" y="7603"/>
                </a:lnTo>
                <a:lnTo>
                  <a:pt x="184219" y="12734"/>
                </a:lnTo>
                <a:lnTo>
                  <a:pt x="199840" y="20527"/>
                </a:lnTo>
                <a:lnTo>
                  <a:pt x="214318" y="15205"/>
                </a:lnTo>
                <a:lnTo>
                  <a:pt x="229939" y="15205"/>
                </a:lnTo>
                <a:lnTo>
                  <a:pt x="245560" y="5892"/>
                </a:lnTo>
                <a:lnTo>
                  <a:pt x="260800" y="11214"/>
                </a:lnTo>
                <a:lnTo>
                  <a:pt x="276040" y="11214"/>
                </a:lnTo>
                <a:lnTo>
                  <a:pt x="291280" y="6843"/>
                </a:lnTo>
                <a:lnTo>
                  <a:pt x="321760" y="6843"/>
                </a:lnTo>
                <a:lnTo>
                  <a:pt x="337000" y="15966"/>
                </a:lnTo>
                <a:lnTo>
                  <a:pt x="351478" y="12734"/>
                </a:lnTo>
                <a:lnTo>
                  <a:pt x="367861" y="0"/>
                </a:lnTo>
                <a:lnTo>
                  <a:pt x="368426" y="176248"/>
                </a:lnTo>
                <a:lnTo>
                  <a:pt x="0" y="176248"/>
                </a:lnTo>
                <a:close/>
              </a:path>
            </a:pathLst>
          </a:custGeom>
          <a:solidFill>
            <a:srgbClr val="E28F53"/>
          </a:solidFill>
          <a:ln>
            <a:noFill/>
          </a:ln>
        </p:spPr>
      </p:sp>
      <p:sp>
        <p:nvSpPr>
          <p:cNvPr id="385" name="Google Shape;385;p11"/>
          <p:cNvSpPr/>
          <p:nvPr/>
        </p:nvSpPr>
        <p:spPr>
          <a:xfrm rot="8100000">
            <a:off x="1847981" y="442969"/>
            <a:ext cx="122612" cy="122612"/>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1"/>
          <p:cNvSpPr/>
          <p:nvPr/>
        </p:nvSpPr>
        <p:spPr>
          <a:xfrm rot="8100000">
            <a:off x="6038981" y="726819"/>
            <a:ext cx="122612" cy="122612"/>
          </a:xfrm>
          <a:prstGeom prst="teardrop">
            <a:avLst>
              <a:gd name="adj" fmla="val 100000"/>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1"/>
          <p:cNvSpPr/>
          <p:nvPr/>
        </p:nvSpPr>
        <p:spPr>
          <a:xfrm rot="8100000">
            <a:off x="7181981" y="760169"/>
            <a:ext cx="122612" cy="122612"/>
          </a:xfrm>
          <a:prstGeom prst="teardrop">
            <a:avLst>
              <a:gd name="adj" fmla="val 100000"/>
            </a:avLst>
          </a:prstGeom>
          <a:solidFill>
            <a:srgbClr val="00CE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11"/>
          <p:cNvGrpSpPr/>
          <p:nvPr/>
        </p:nvGrpSpPr>
        <p:grpSpPr>
          <a:xfrm>
            <a:off x="-9525" y="652475"/>
            <a:ext cx="9167825" cy="595300"/>
            <a:chOff x="-9525" y="4462475"/>
            <a:chExt cx="9167825" cy="595300"/>
          </a:xfrm>
        </p:grpSpPr>
        <p:sp>
          <p:nvSpPr>
            <p:cNvPr id="389" name="Google Shape;389;p11"/>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rgbClr val="3C78D8"/>
              </a:solidFill>
              <a:prstDash val="solid"/>
              <a:round/>
              <a:headEnd type="none" w="med" len="med"/>
              <a:tailEnd type="none" w="med" len="med"/>
            </a:ln>
          </p:spPr>
        </p:sp>
        <p:sp>
          <p:nvSpPr>
            <p:cNvPr id="390" name="Google Shape;390;p11"/>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rgbClr val="3C78D8"/>
              </a:solidFill>
              <a:prstDash val="solid"/>
              <a:round/>
              <a:headEnd type="none" w="med" len="med"/>
              <a:tailEnd type="none" w="med" len="med"/>
            </a:ln>
          </p:spPr>
        </p:sp>
        <p:sp>
          <p:nvSpPr>
            <p:cNvPr id="391" name="Google Shape;391;p11"/>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rgbClr val="3C78D8"/>
              </a:solidFill>
              <a:prstDash val="solid"/>
              <a:round/>
              <a:headEnd type="none" w="med" len="med"/>
              <a:tailEnd type="none" w="med" len="med"/>
            </a:ln>
          </p:spPr>
        </p:sp>
      </p:grpSp>
      <p:grpSp>
        <p:nvGrpSpPr>
          <p:cNvPr id="392" name="Google Shape;392;p11"/>
          <p:cNvGrpSpPr/>
          <p:nvPr/>
        </p:nvGrpSpPr>
        <p:grpSpPr>
          <a:xfrm>
            <a:off x="-42837" y="633488"/>
            <a:ext cx="9229575" cy="642788"/>
            <a:chOff x="-42837" y="4443488"/>
            <a:chExt cx="9229575" cy="642788"/>
          </a:xfrm>
        </p:grpSpPr>
        <p:sp>
          <p:nvSpPr>
            <p:cNvPr id="393" name="Google Shape;393;p11"/>
            <p:cNvSpPr/>
            <p:nvPr/>
          </p:nvSpPr>
          <p:spPr>
            <a:xfrm>
              <a:off x="1114450" y="49006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1"/>
            <p:cNvSpPr/>
            <p:nvPr/>
          </p:nvSpPr>
          <p:spPr>
            <a:xfrm>
              <a:off x="1495450" y="502927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1"/>
            <p:cNvSpPr/>
            <p:nvPr/>
          </p:nvSpPr>
          <p:spPr>
            <a:xfrm>
              <a:off x="733450" y="49721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1"/>
            <p:cNvSpPr/>
            <p:nvPr/>
          </p:nvSpPr>
          <p:spPr>
            <a:xfrm>
              <a:off x="352450" y="49626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1"/>
            <p:cNvSpPr/>
            <p:nvPr/>
          </p:nvSpPr>
          <p:spPr>
            <a:xfrm>
              <a:off x="-42837" y="46054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1"/>
            <p:cNvSpPr/>
            <p:nvPr/>
          </p:nvSpPr>
          <p:spPr>
            <a:xfrm>
              <a:off x="1876450" y="48340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1"/>
            <p:cNvSpPr/>
            <p:nvPr/>
          </p:nvSpPr>
          <p:spPr>
            <a:xfrm>
              <a:off x="2257450" y="48292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1"/>
            <p:cNvSpPr/>
            <p:nvPr/>
          </p:nvSpPr>
          <p:spPr>
            <a:xfrm>
              <a:off x="2638450" y="454826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1"/>
            <p:cNvSpPr/>
            <p:nvPr/>
          </p:nvSpPr>
          <p:spPr>
            <a:xfrm>
              <a:off x="3019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1"/>
            <p:cNvSpPr/>
            <p:nvPr/>
          </p:nvSpPr>
          <p:spPr>
            <a:xfrm>
              <a:off x="3400450" y="46149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1"/>
            <p:cNvSpPr/>
            <p:nvPr/>
          </p:nvSpPr>
          <p:spPr>
            <a:xfrm>
              <a:off x="3781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1"/>
            <p:cNvSpPr/>
            <p:nvPr/>
          </p:nvSpPr>
          <p:spPr>
            <a:xfrm>
              <a:off x="4162450" y="49483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1"/>
            <p:cNvSpPr/>
            <p:nvPr/>
          </p:nvSpPr>
          <p:spPr>
            <a:xfrm>
              <a:off x="4543450" y="4667325"/>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1"/>
            <p:cNvSpPr/>
            <p:nvPr/>
          </p:nvSpPr>
          <p:spPr>
            <a:xfrm>
              <a:off x="4924450" y="45435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1"/>
            <p:cNvSpPr/>
            <p:nvPr/>
          </p:nvSpPr>
          <p:spPr>
            <a:xfrm>
              <a:off x="5305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1"/>
            <p:cNvSpPr/>
            <p:nvPr/>
          </p:nvSpPr>
          <p:spPr>
            <a:xfrm>
              <a:off x="5686450" y="47721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1"/>
            <p:cNvSpPr/>
            <p:nvPr/>
          </p:nvSpPr>
          <p:spPr>
            <a:xfrm>
              <a:off x="6067450" y="484830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1"/>
            <p:cNvSpPr/>
            <p:nvPr/>
          </p:nvSpPr>
          <p:spPr>
            <a:xfrm>
              <a:off x="6448450" y="472923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1"/>
            <p:cNvSpPr/>
            <p:nvPr/>
          </p:nvSpPr>
          <p:spPr>
            <a:xfrm>
              <a:off x="6829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1"/>
            <p:cNvSpPr/>
            <p:nvPr/>
          </p:nvSpPr>
          <p:spPr>
            <a:xfrm>
              <a:off x="7210450" y="5024513"/>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1"/>
            <p:cNvSpPr/>
            <p:nvPr/>
          </p:nvSpPr>
          <p:spPr>
            <a:xfrm>
              <a:off x="7591450" y="44434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1"/>
            <p:cNvSpPr/>
            <p:nvPr/>
          </p:nvSpPr>
          <p:spPr>
            <a:xfrm>
              <a:off x="7972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1"/>
            <p:cNvSpPr/>
            <p:nvPr/>
          </p:nvSpPr>
          <p:spPr>
            <a:xfrm>
              <a:off x="8353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1"/>
            <p:cNvSpPr/>
            <p:nvPr/>
          </p:nvSpPr>
          <p:spPr>
            <a:xfrm>
              <a:off x="8734450" y="4557788"/>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1"/>
            <p:cNvSpPr/>
            <p:nvPr/>
          </p:nvSpPr>
          <p:spPr>
            <a:xfrm>
              <a:off x="9129738" y="4867350"/>
              <a:ext cx="57000" cy="57000"/>
            </a:xfrm>
            <a:prstGeom prst="ellipse">
              <a:avLst/>
            </a:pr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11"/>
          <p:cNvSpPr/>
          <p:nvPr/>
        </p:nvSpPr>
        <p:spPr>
          <a:xfrm>
            <a:off x="2990700" y="77620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1"/>
          <p:cNvSpPr/>
          <p:nvPr/>
        </p:nvSpPr>
        <p:spPr>
          <a:xfrm>
            <a:off x="1085700" y="1061950"/>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1"/>
          <p:cNvSpPr/>
          <p:nvPr/>
        </p:nvSpPr>
        <p:spPr>
          <a:xfrm>
            <a:off x="4895700" y="706032"/>
            <a:ext cx="114600" cy="114600"/>
          </a:xfrm>
          <a:prstGeom prst="ellipse">
            <a:avLst/>
          </a:prstGeom>
          <a:noFill/>
          <a:ln w="952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1"/>
          <p:cNvSpPr/>
          <p:nvPr/>
        </p:nvSpPr>
        <p:spPr>
          <a:xfrm rot="8100000">
            <a:off x="8699949" y="519169"/>
            <a:ext cx="122612" cy="122612"/>
          </a:xfrm>
          <a:prstGeom prst="teardrop">
            <a:avLst>
              <a:gd name="adj" fmla="val 100000"/>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1"/>
          <p:cNvSpPr txBox="1">
            <a:spLocks noGrp="1"/>
          </p:cNvSpPr>
          <p:nvPr>
            <p:ph type="title"/>
          </p:nvPr>
        </p:nvSpPr>
        <p:spPr>
          <a:xfrm>
            <a:off x="2530188" y="2286875"/>
            <a:ext cx="4088400" cy="1250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400"/>
              <a:buNone/>
              <a:defRPr sz="3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letely blank">
  <p:cSld name="BLANK_1">
    <p:spTree>
      <p:nvGrpSpPr>
        <p:cNvPr id="1" name="Shape 42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47750" y="634125"/>
            <a:ext cx="6996600" cy="7158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1pPr>
            <a:lvl2pPr lvl="1"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2pPr>
            <a:lvl3pPr lvl="2"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3pPr>
            <a:lvl4pPr lvl="3"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4pPr>
            <a:lvl5pPr lvl="4"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5pPr>
            <a:lvl6pPr lvl="5"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6pPr>
            <a:lvl7pPr lvl="6"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7pPr>
            <a:lvl8pPr lvl="7"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8pPr>
            <a:lvl9pPr lvl="8" algn="ctr">
              <a:spcBef>
                <a:spcPts val="0"/>
              </a:spcBef>
              <a:spcAft>
                <a:spcPts val="0"/>
              </a:spcAft>
              <a:buClr>
                <a:srgbClr val="00CEF6"/>
              </a:buClr>
              <a:buSzPts val="2000"/>
              <a:buFont typeface="Lora"/>
              <a:buNone/>
              <a:defRPr sz="2000" b="1">
                <a:solidFill>
                  <a:srgbClr val="00CEF6"/>
                </a:solidFill>
                <a:latin typeface="Lora"/>
                <a:ea typeface="Lora"/>
                <a:cs typeface="Lora"/>
                <a:sym typeface="Lora"/>
              </a:defRPr>
            </a:lvl9pPr>
          </a:lstStyle>
          <a:p>
            <a:endParaRPr/>
          </a:p>
        </p:txBody>
      </p:sp>
      <p:sp>
        <p:nvSpPr>
          <p:cNvPr id="7" name="Google Shape;7;p1"/>
          <p:cNvSpPr txBox="1">
            <a:spLocks noGrp="1"/>
          </p:cNvSpPr>
          <p:nvPr>
            <p:ph type="body" idx="1"/>
          </p:nvPr>
        </p:nvSpPr>
        <p:spPr>
          <a:xfrm>
            <a:off x="908575" y="927550"/>
            <a:ext cx="7316400" cy="3363300"/>
          </a:xfrm>
          <a:prstGeom prst="rect">
            <a:avLst/>
          </a:prstGeom>
          <a:noFill/>
          <a:ln>
            <a:noFill/>
          </a:ln>
        </p:spPr>
        <p:txBody>
          <a:bodyPr spcFirstLastPara="1" wrap="square" lIns="91425" tIns="91425" rIns="91425" bIns="91425" anchor="ctr" anchorCtr="0">
            <a:normAutofit/>
          </a:bodyPr>
          <a:lstStyle>
            <a:lvl1pPr marL="457200" lvl="0" indent="-323850" rtl="0">
              <a:spcBef>
                <a:spcPts val="0"/>
              </a:spcBef>
              <a:spcAft>
                <a:spcPts val="0"/>
              </a:spcAft>
              <a:buSzPts val="1500"/>
              <a:buFont typeface="Lora"/>
              <a:buChar char="●"/>
              <a:defRPr sz="1500">
                <a:latin typeface="Lora"/>
                <a:ea typeface="Lora"/>
                <a:cs typeface="Lora"/>
                <a:sym typeface="Lora"/>
              </a:defRPr>
            </a:lvl1pPr>
            <a:lvl2pPr marL="914400" lvl="1" indent="-323850" rtl="0">
              <a:spcBef>
                <a:spcPts val="0"/>
              </a:spcBef>
              <a:spcAft>
                <a:spcPts val="0"/>
              </a:spcAft>
              <a:buClr>
                <a:schemeClr val="dk1"/>
              </a:buClr>
              <a:buSzPts val="1500"/>
              <a:buFont typeface="Lora"/>
              <a:buChar char="○"/>
              <a:defRPr sz="1500">
                <a:solidFill>
                  <a:schemeClr val="dk1"/>
                </a:solidFill>
                <a:latin typeface="Lora"/>
                <a:ea typeface="Lora"/>
                <a:cs typeface="Lora"/>
                <a:sym typeface="Lora"/>
              </a:defRPr>
            </a:lvl2pPr>
            <a:lvl3pPr marL="1371600" lvl="2" indent="-323850" rtl="0">
              <a:spcBef>
                <a:spcPts val="0"/>
              </a:spcBef>
              <a:spcAft>
                <a:spcPts val="0"/>
              </a:spcAft>
              <a:buSzPts val="1500"/>
              <a:buFont typeface="Lora"/>
              <a:buChar char="■"/>
              <a:defRPr sz="1500">
                <a:latin typeface="Lora"/>
                <a:ea typeface="Lora"/>
                <a:cs typeface="Lora"/>
                <a:sym typeface="Lora"/>
              </a:defRPr>
            </a:lvl3pPr>
            <a:lvl4pPr marL="1828800" lvl="3" indent="-323850" rtl="0">
              <a:spcBef>
                <a:spcPts val="0"/>
              </a:spcBef>
              <a:spcAft>
                <a:spcPts val="0"/>
              </a:spcAft>
              <a:buSzPts val="1500"/>
              <a:buFont typeface="Lora"/>
              <a:buChar char="●"/>
              <a:defRPr sz="1500">
                <a:latin typeface="Lora"/>
                <a:ea typeface="Lora"/>
                <a:cs typeface="Lora"/>
                <a:sym typeface="Lora"/>
              </a:defRPr>
            </a:lvl4pPr>
            <a:lvl5pPr marL="2286000" lvl="4" indent="-323850" rtl="0">
              <a:spcBef>
                <a:spcPts val="0"/>
              </a:spcBef>
              <a:spcAft>
                <a:spcPts val="0"/>
              </a:spcAft>
              <a:buSzPts val="1500"/>
              <a:buFont typeface="Lora"/>
              <a:buChar char="○"/>
              <a:defRPr sz="1500">
                <a:latin typeface="Lora"/>
                <a:ea typeface="Lora"/>
                <a:cs typeface="Lora"/>
                <a:sym typeface="Lora"/>
              </a:defRPr>
            </a:lvl5pPr>
            <a:lvl6pPr marL="2743200" lvl="5" indent="-323850" rtl="0">
              <a:spcBef>
                <a:spcPts val="0"/>
              </a:spcBef>
              <a:spcAft>
                <a:spcPts val="0"/>
              </a:spcAft>
              <a:buSzPts val="1500"/>
              <a:buFont typeface="Lora"/>
              <a:buChar char="■"/>
              <a:defRPr sz="1500">
                <a:latin typeface="Lora"/>
                <a:ea typeface="Lora"/>
                <a:cs typeface="Lora"/>
                <a:sym typeface="Lora"/>
              </a:defRPr>
            </a:lvl6pPr>
            <a:lvl7pPr marL="3200400" lvl="6" indent="-323850" rtl="0">
              <a:spcBef>
                <a:spcPts val="0"/>
              </a:spcBef>
              <a:spcAft>
                <a:spcPts val="0"/>
              </a:spcAft>
              <a:buSzPts val="1500"/>
              <a:buFont typeface="Lora"/>
              <a:buChar char="●"/>
              <a:defRPr sz="1500">
                <a:latin typeface="Lora"/>
                <a:ea typeface="Lora"/>
                <a:cs typeface="Lora"/>
                <a:sym typeface="Lora"/>
              </a:defRPr>
            </a:lvl7pPr>
            <a:lvl8pPr marL="3657600" lvl="7" indent="-323850" rtl="0">
              <a:spcBef>
                <a:spcPts val="0"/>
              </a:spcBef>
              <a:spcAft>
                <a:spcPts val="0"/>
              </a:spcAft>
              <a:buSzPts val="1500"/>
              <a:buFont typeface="Lora"/>
              <a:buChar char="○"/>
              <a:defRPr sz="1500">
                <a:latin typeface="Lora"/>
                <a:ea typeface="Lora"/>
                <a:cs typeface="Lora"/>
                <a:sym typeface="Lora"/>
              </a:defRPr>
            </a:lvl8pPr>
            <a:lvl9pPr marL="4114800" lvl="8" indent="-323850" rtl="0">
              <a:spcBef>
                <a:spcPts val="0"/>
              </a:spcBef>
              <a:spcAft>
                <a:spcPts val="0"/>
              </a:spcAft>
              <a:buSzPts val="1500"/>
              <a:buFont typeface="Lora"/>
              <a:buChar char="■"/>
              <a:defRPr sz="1500">
                <a:latin typeface="Lora"/>
                <a:ea typeface="Lora"/>
                <a:cs typeface="Lora"/>
                <a:sym typeface="Lor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health.ucsd.edu/news/press-releases/2024-01-23-study-ai-surveillance-tool-successfully-helps-to-predict-sepsis-saves-lives/"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hyperlink" Target="https://dbmi.ucsd.edu/" TargetMode="External"/><Relationship Id="rId4" Type="http://schemas.openxmlformats.org/officeDocument/2006/relationships/hyperlink" Target="https://www.nature.com/articles/s41746-023-00986-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13"/>
          <p:cNvSpPr txBox="1">
            <a:spLocks noGrp="1"/>
          </p:cNvSpPr>
          <p:nvPr>
            <p:ph type="ctrTitle"/>
          </p:nvPr>
        </p:nvSpPr>
        <p:spPr>
          <a:xfrm>
            <a:off x="1686275" y="3031150"/>
            <a:ext cx="6869400" cy="1159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Biomedical Informatics</a:t>
            </a:r>
            <a:endParaRPr/>
          </a:p>
        </p:txBody>
      </p:sp>
      <p:sp>
        <p:nvSpPr>
          <p:cNvPr id="429" name="Google Shape;429;p13"/>
          <p:cNvSpPr txBox="1">
            <a:spLocks noGrp="1"/>
          </p:cNvSpPr>
          <p:nvPr>
            <p:ph type="subTitle" idx="1"/>
          </p:nvPr>
        </p:nvSpPr>
        <p:spPr>
          <a:xfrm>
            <a:off x="3236816" y="4085025"/>
            <a:ext cx="5214600" cy="4155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r>
              <a:rPr lang="en"/>
              <a:t>Week 4 Workshop</a:t>
            </a:r>
            <a:endParaRPr/>
          </a:p>
        </p:txBody>
      </p:sp>
      <p:pic>
        <p:nvPicPr>
          <p:cNvPr id="430" name="Google Shape;430;p13"/>
          <p:cNvPicPr preferRelativeResize="0"/>
          <p:nvPr/>
        </p:nvPicPr>
        <p:blipFill>
          <a:blip r:embed="rId3">
            <a:alphaModFix/>
          </a:blip>
          <a:stretch>
            <a:fillRect/>
          </a:stretch>
        </p:blipFill>
        <p:spPr>
          <a:xfrm>
            <a:off x="6910250" y="100875"/>
            <a:ext cx="2115625" cy="489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15"/>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What is biomedical informatics?</a:t>
            </a:r>
            <a:endParaRPr/>
          </a:p>
        </p:txBody>
      </p:sp>
      <p:pic>
        <p:nvPicPr>
          <p:cNvPr id="442" name="Google Shape;442;p15"/>
          <p:cNvPicPr preferRelativeResize="0"/>
          <p:nvPr/>
        </p:nvPicPr>
        <p:blipFill>
          <a:blip r:embed="rId3">
            <a:alphaModFix/>
          </a:blip>
          <a:stretch>
            <a:fillRect/>
          </a:stretch>
        </p:blipFill>
        <p:spPr>
          <a:xfrm>
            <a:off x="2581375" y="874277"/>
            <a:ext cx="3970800" cy="3527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16"/>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Biomedical informatics is made up of various subfields</a:t>
            </a:r>
            <a:endParaRPr/>
          </a:p>
        </p:txBody>
      </p:sp>
      <p:sp>
        <p:nvSpPr>
          <p:cNvPr id="448" name="Google Shape;448;p16"/>
          <p:cNvSpPr/>
          <p:nvPr/>
        </p:nvSpPr>
        <p:spPr>
          <a:xfrm>
            <a:off x="1565575" y="1170675"/>
            <a:ext cx="1839900" cy="541200"/>
          </a:xfrm>
          <a:prstGeom prst="roundRect">
            <a:avLst>
              <a:gd name="adj" fmla="val 16667"/>
            </a:avLst>
          </a:prstGeom>
          <a:solidFill>
            <a:srgbClr val="E28F53">
              <a:alpha val="427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Lora"/>
                <a:ea typeface="Lora"/>
                <a:cs typeface="Lora"/>
                <a:sym typeface="Lora"/>
              </a:rPr>
              <a:t>Public Health Informatics</a:t>
            </a:r>
            <a:endParaRPr>
              <a:latin typeface="Lora"/>
              <a:ea typeface="Lora"/>
              <a:cs typeface="Lora"/>
              <a:sym typeface="Lora"/>
            </a:endParaRPr>
          </a:p>
        </p:txBody>
      </p:sp>
      <p:sp>
        <p:nvSpPr>
          <p:cNvPr id="449" name="Google Shape;449;p16"/>
          <p:cNvSpPr/>
          <p:nvPr/>
        </p:nvSpPr>
        <p:spPr>
          <a:xfrm>
            <a:off x="1565575" y="1924325"/>
            <a:ext cx="1839900" cy="541200"/>
          </a:xfrm>
          <a:prstGeom prst="roundRect">
            <a:avLst>
              <a:gd name="adj" fmla="val 16667"/>
            </a:avLst>
          </a:prstGeom>
          <a:solidFill>
            <a:srgbClr val="E28F53">
              <a:alpha val="427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Lora"/>
                <a:ea typeface="Lora"/>
                <a:cs typeface="Lora"/>
                <a:sym typeface="Lora"/>
              </a:rPr>
              <a:t>Imaging Informatics</a:t>
            </a:r>
            <a:endParaRPr>
              <a:latin typeface="Lora"/>
              <a:ea typeface="Lora"/>
              <a:cs typeface="Lora"/>
              <a:sym typeface="Lora"/>
            </a:endParaRPr>
          </a:p>
        </p:txBody>
      </p:sp>
      <p:sp>
        <p:nvSpPr>
          <p:cNvPr id="450" name="Google Shape;450;p16"/>
          <p:cNvSpPr/>
          <p:nvPr/>
        </p:nvSpPr>
        <p:spPr>
          <a:xfrm>
            <a:off x="1565575" y="2677975"/>
            <a:ext cx="1839900" cy="541200"/>
          </a:xfrm>
          <a:prstGeom prst="roundRect">
            <a:avLst>
              <a:gd name="adj" fmla="val 16667"/>
            </a:avLst>
          </a:prstGeom>
          <a:solidFill>
            <a:srgbClr val="E28F53">
              <a:alpha val="427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Lora"/>
                <a:ea typeface="Lora"/>
                <a:cs typeface="Lora"/>
                <a:sym typeface="Lora"/>
              </a:rPr>
              <a:t>Bioinformatics</a:t>
            </a:r>
            <a:endParaRPr>
              <a:latin typeface="Lora"/>
              <a:ea typeface="Lora"/>
              <a:cs typeface="Lora"/>
              <a:sym typeface="Lora"/>
            </a:endParaRPr>
          </a:p>
        </p:txBody>
      </p:sp>
      <p:sp>
        <p:nvSpPr>
          <p:cNvPr id="451" name="Google Shape;451;p16"/>
          <p:cNvSpPr/>
          <p:nvPr/>
        </p:nvSpPr>
        <p:spPr>
          <a:xfrm>
            <a:off x="1565575" y="3431625"/>
            <a:ext cx="1839900" cy="541200"/>
          </a:xfrm>
          <a:prstGeom prst="roundRect">
            <a:avLst>
              <a:gd name="adj" fmla="val 16667"/>
            </a:avLst>
          </a:prstGeom>
          <a:solidFill>
            <a:srgbClr val="E28F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Lora"/>
                <a:ea typeface="Lora"/>
                <a:cs typeface="Lora"/>
                <a:sym typeface="Lora"/>
              </a:rPr>
              <a:t>Clinical Informatics</a:t>
            </a:r>
            <a:endParaRPr b="1">
              <a:latin typeface="Lora"/>
              <a:ea typeface="Lora"/>
              <a:cs typeface="Lora"/>
              <a:sym typeface="Lora"/>
            </a:endParaRPr>
          </a:p>
        </p:txBody>
      </p:sp>
      <p:sp>
        <p:nvSpPr>
          <p:cNvPr id="452" name="Google Shape;452;p16"/>
          <p:cNvSpPr/>
          <p:nvPr/>
        </p:nvSpPr>
        <p:spPr>
          <a:xfrm>
            <a:off x="3825000" y="3548375"/>
            <a:ext cx="887700" cy="292200"/>
          </a:xfrm>
          <a:prstGeom prst="rightArrow">
            <a:avLst>
              <a:gd name="adj1" fmla="val 50000"/>
              <a:gd name="adj2" fmla="val 50000"/>
            </a:avLst>
          </a:prstGeom>
          <a:solidFill>
            <a:srgbClr val="418B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ora"/>
              <a:ea typeface="Lora"/>
              <a:cs typeface="Lora"/>
              <a:sym typeface="Lora"/>
            </a:endParaRPr>
          </a:p>
        </p:txBody>
      </p:sp>
      <p:sp>
        <p:nvSpPr>
          <p:cNvPr id="453" name="Google Shape;453;p16"/>
          <p:cNvSpPr/>
          <p:nvPr/>
        </p:nvSpPr>
        <p:spPr>
          <a:xfrm flipH="1">
            <a:off x="4853688" y="1402200"/>
            <a:ext cx="465300" cy="2491500"/>
          </a:xfrm>
          <a:prstGeom prst="rightBrace">
            <a:avLst>
              <a:gd name="adj1" fmla="val 10125"/>
              <a:gd name="adj2" fmla="val 91531"/>
            </a:avLst>
          </a:prstGeom>
          <a:noFill/>
          <a:ln w="38100" cap="flat" cmpd="sng">
            <a:solidFill>
              <a:srgbClr val="418B9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ora"/>
              <a:ea typeface="Lora"/>
              <a:cs typeface="Lora"/>
              <a:sym typeface="Lora"/>
            </a:endParaRPr>
          </a:p>
        </p:txBody>
      </p:sp>
      <p:sp>
        <p:nvSpPr>
          <p:cNvPr id="454" name="Google Shape;454;p16"/>
          <p:cNvSpPr/>
          <p:nvPr/>
        </p:nvSpPr>
        <p:spPr>
          <a:xfrm>
            <a:off x="5738525" y="1170675"/>
            <a:ext cx="1839900" cy="541200"/>
          </a:xfrm>
          <a:prstGeom prst="roundRect">
            <a:avLst>
              <a:gd name="adj" fmla="val 16667"/>
            </a:avLst>
          </a:prstGeom>
          <a:solidFill>
            <a:srgbClr val="E28F53">
              <a:alpha val="427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Lora"/>
                <a:ea typeface="Lora"/>
                <a:cs typeface="Lora"/>
                <a:sym typeface="Lora"/>
              </a:rPr>
              <a:t>Disease Identification</a:t>
            </a:r>
            <a:endParaRPr>
              <a:latin typeface="Lora"/>
              <a:ea typeface="Lora"/>
              <a:cs typeface="Lora"/>
              <a:sym typeface="Lora"/>
            </a:endParaRPr>
          </a:p>
        </p:txBody>
      </p:sp>
      <p:sp>
        <p:nvSpPr>
          <p:cNvPr id="455" name="Google Shape;455;p16"/>
          <p:cNvSpPr/>
          <p:nvPr/>
        </p:nvSpPr>
        <p:spPr>
          <a:xfrm>
            <a:off x="5738525" y="1924325"/>
            <a:ext cx="1839900" cy="541200"/>
          </a:xfrm>
          <a:prstGeom prst="roundRect">
            <a:avLst>
              <a:gd name="adj" fmla="val 16667"/>
            </a:avLst>
          </a:prstGeom>
          <a:solidFill>
            <a:srgbClr val="E28F53">
              <a:alpha val="427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Lora"/>
                <a:ea typeface="Lora"/>
                <a:cs typeface="Lora"/>
                <a:sym typeface="Lora"/>
              </a:rPr>
              <a:t>Physician Well-being</a:t>
            </a:r>
            <a:endParaRPr>
              <a:latin typeface="Lora"/>
              <a:ea typeface="Lora"/>
              <a:cs typeface="Lora"/>
              <a:sym typeface="Lora"/>
            </a:endParaRPr>
          </a:p>
        </p:txBody>
      </p:sp>
      <p:sp>
        <p:nvSpPr>
          <p:cNvPr id="456" name="Google Shape;456;p16"/>
          <p:cNvSpPr/>
          <p:nvPr/>
        </p:nvSpPr>
        <p:spPr>
          <a:xfrm>
            <a:off x="5738525" y="2677975"/>
            <a:ext cx="1839900" cy="541200"/>
          </a:xfrm>
          <a:prstGeom prst="roundRect">
            <a:avLst>
              <a:gd name="adj" fmla="val 16667"/>
            </a:avLst>
          </a:prstGeom>
          <a:solidFill>
            <a:srgbClr val="E28F53">
              <a:alpha val="4277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Lora"/>
                <a:ea typeface="Lora"/>
                <a:cs typeface="Lora"/>
                <a:sym typeface="Lora"/>
              </a:rPr>
              <a:t>Treatment Optimization</a:t>
            </a:r>
            <a:endParaRPr>
              <a:latin typeface="Lora"/>
              <a:ea typeface="Lora"/>
              <a:cs typeface="Lora"/>
              <a:sym typeface="Lora"/>
            </a:endParaRPr>
          </a:p>
        </p:txBody>
      </p:sp>
      <p:sp>
        <p:nvSpPr>
          <p:cNvPr id="457" name="Google Shape;457;p16"/>
          <p:cNvSpPr/>
          <p:nvPr/>
        </p:nvSpPr>
        <p:spPr>
          <a:xfrm>
            <a:off x="5738525" y="3431625"/>
            <a:ext cx="1839900" cy="541200"/>
          </a:xfrm>
          <a:prstGeom prst="roundRect">
            <a:avLst>
              <a:gd name="adj" fmla="val 16667"/>
            </a:avLst>
          </a:prstGeom>
          <a:solidFill>
            <a:srgbClr val="E28F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Lora"/>
                <a:ea typeface="Lora"/>
                <a:cs typeface="Lora"/>
                <a:sym typeface="Lora"/>
              </a:rPr>
              <a:t>Clinical Decision Support</a:t>
            </a:r>
            <a:endParaRPr b="1">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17"/>
          <p:cNvSpPr txBox="1">
            <a:spLocks noGrp="1"/>
          </p:cNvSpPr>
          <p:nvPr>
            <p:ph type="title"/>
          </p:nvPr>
        </p:nvSpPr>
        <p:spPr>
          <a:xfrm>
            <a:off x="917100" y="279075"/>
            <a:ext cx="73098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Physicians use clinical biomedical informatics as a tool, not a replacement</a:t>
            </a:r>
            <a:endParaRPr/>
          </a:p>
        </p:txBody>
      </p:sp>
      <p:pic>
        <p:nvPicPr>
          <p:cNvPr id="463" name="Google Shape;463;p17"/>
          <p:cNvPicPr preferRelativeResize="0"/>
          <p:nvPr/>
        </p:nvPicPr>
        <p:blipFill rotWithShape="1">
          <a:blip r:embed="rId3">
            <a:alphaModFix/>
          </a:blip>
          <a:srcRect t="24447" b="19144"/>
          <a:stretch/>
        </p:blipFill>
        <p:spPr>
          <a:xfrm>
            <a:off x="1598675" y="1453650"/>
            <a:ext cx="5946651" cy="2236201"/>
          </a:xfrm>
          <a:prstGeom prst="rect">
            <a:avLst/>
          </a:prstGeom>
          <a:noFill/>
          <a:ln>
            <a:noFill/>
          </a:ln>
        </p:spPr>
      </p:pic>
      <p:sp>
        <p:nvSpPr>
          <p:cNvPr id="464" name="Google Shape;464;p17"/>
          <p:cNvSpPr/>
          <p:nvPr/>
        </p:nvSpPr>
        <p:spPr>
          <a:xfrm>
            <a:off x="2004575" y="2803375"/>
            <a:ext cx="1125600" cy="595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Lora"/>
                <a:ea typeface="Lora"/>
                <a:cs typeface="Lora"/>
                <a:sym typeface="Lora"/>
              </a:rPr>
              <a:t>Recommend Diagnosis/</a:t>
            </a:r>
            <a:endParaRPr sz="1200">
              <a:latin typeface="Lora"/>
              <a:ea typeface="Lora"/>
              <a:cs typeface="Lora"/>
              <a:sym typeface="Lora"/>
            </a:endParaRPr>
          </a:p>
          <a:p>
            <a:pPr marL="0" lvl="0" indent="0" algn="ctr" rtl="0">
              <a:spcBef>
                <a:spcPts val="0"/>
              </a:spcBef>
              <a:spcAft>
                <a:spcPts val="0"/>
              </a:spcAft>
              <a:buNone/>
            </a:pPr>
            <a:r>
              <a:rPr lang="en" sz="1200">
                <a:latin typeface="Lora"/>
                <a:ea typeface="Lora"/>
                <a:cs typeface="Lora"/>
                <a:sym typeface="Lora"/>
              </a:rPr>
              <a:t>Tests</a:t>
            </a:r>
            <a:endParaRPr sz="1200">
              <a:latin typeface="Lora"/>
              <a:ea typeface="Lora"/>
              <a:cs typeface="Lora"/>
              <a:sym typeface="Lora"/>
            </a:endParaRPr>
          </a:p>
        </p:txBody>
      </p:sp>
      <p:sp>
        <p:nvSpPr>
          <p:cNvPr id="465" name="Google Shape;465;p17"/>
          <p:cNvSpPr/>
          <p:nvPr/>
        </p:nvSpPr>
        <p:spPr>
          <a:xfrm>
            <a:off x="3336775" y="2803375"/>
            <a:ext cx="1125600" cy="595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Lora"/>
                <a:ea typeface="Lora"/>
                <a:cs typeface="Lora"/>
                <a:sym typeface="Lora"/>
              </a:rPr>
              <a:t>Alert Physicians</a:t>
            </a:r>
            <a:endParaRPr sz="1200">
              <a:latin typeface="Lora"/>
              <a:ea typeface="Lora"/>
              <a:cs typeface="Lora"/>
              <a:sym typeface="Lora"/>
            </a:endParaRPr>
          </a:p>
        </p:txBody>
      </p:sp>
      <p:sp>
        <p:nvSpPr>
          <p:cNvPr id="466" name="Google Shape;466;p17"/>
          <p:cNvSpPr/>
          <p:nvPr/>
        </p:nvSpPr>
        <p:spPr>
          <a:xfrm>
            <a:off x="4652750" y="2803375"/>
            <a:ext cx="1173300" cy="595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Lora"/>
                <a:ea typeface="Lora"/>
                <a:cs typeface="Lora"/>
                <a:sym typeface="Lora"/>
              </a:rPr>
              <a:t>Continuously Monitor Patient</a:t>
            </a:r>
            <a:endParaRPr sz="1200">
              <a:latin typeface="Lora"/>
              <a:ea typeface="Lora"/>
              <a:cs typeface="Lora"/>
              <a:sym typeface="Lora"/>
            </a:endParaRPr>
          </a:p>
        </p:txBody>
      </p:sp>
      <p:sp>
        <p:nvSpPr>
          <p:cNvPr id="467" name="Google Shape;467;p17"/>
          <p:cNvSpPr/>
          <p:nvPr/>
        </p:nvSpPr>
        <p:spPr>
          <a:xfrm>
            <a:off x="6003900" y="2803375"/>
            <a:ext cx="1173300" cy="595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Lora"/>
                <a:ea typeface="Lora"/>
                <a:cs typeface="Lora"/>
                <a:sym typeface="Lora"/>
              </a:rPr>
              <a:t>Aid Physicians</a:t>
            </a:r>
            <a:endParaRPr sz="1200">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18"/>
          <p:cNvSpPr txBox="1">
            <a:spLocks noGrp="1"/>
          </p:cNvSpPr>
          <p:nvPr>
            <p:ph type="title"/>
          </p:nvPr>
        </p:nvSpPr>
        <p:spPr>
          <a:xfrm>
            <a:off x="504900" y="279075"/>
            <a:ext cx="81342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Clinical biomedical informatics is becoming more common due to more Electronic Health Record (EHR) data</a:t>
            </a:r>
            <a:endParaRPr/>
          </a:p>
        </p:txBody>
      </p:sp>
      <p:sp>
        <p:nvSpPr>
          <p:cNvPr id="473" name="Google Shape;473;p18"/>
          <p:cNvSpPr txBox="1"/>
          <p:nvPr/>
        </p:nvSpPr>
        <p:spPr>
          <a:xfrm>
            <a:off x="5331413" y="1768088"/>
            <a:ext cx="2654400" cy="93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500">
                <a:solidFill>
                  <a:srgbClr val="E28F53"/>
                </a:solidFill>
                <a:latin typeface="Lora"/>
                <a:ea typeface="Lora"/>
                <a:cs typeface="Lora"/>
                <a:sym typeface="Lora"/>
              </a:rPr>
              <a:t>88.2%</a:t>
            </a:r>
            <a:endParaRPr sz="5500">
              <a:solidFill>
                <a:srgbClr val="E28F53"/>
              </a:solidFill>
              <a:latin typeface="Lora"/>
              <a:ea typeface="Lora"/>
              <a:cs typeface="Lora"/>
              <a:sym typeface="Lora"/>
            </a:endParaRPr>
          </a:p>
        </p:txBody>
      </p:sp>
      <p:sp>
        <p:nvSpPr>
          <p:cNvPr id="474" name="Google Shape;474;p18"/>
          <p:cNvSpPr txBox="1"/>
          <p:nvPr/>
        </p:nvSpPr>
        <p:spPr>
          <a:xfrm>
            <a:off x="1158188" y="1703125"/>
            <a:ext cx="2654400" cy="1069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500">
                <a:solidFill>
                  <a:srgbClr val="E28F53"/>
                </a:solidFill>
                <a:latin typeface="Lora"/>
                <a:ea typeface="Lora"/>
                <a:cs typeface="Lora"/>
                <a:sym typeface="Lora"/>
              </a:rPr>
              <a:t>6.6%</a:t>
            </a:r>
            <a:endParaRPr sz="5500">
              <a:solidFill>
                <a:srgbClr val="E28F53"/>
              </a:solidFill>
              <a:latin typeface="Lora"/>
              <a:ea typeface="Lora"/>
              <a:cs typeface="Lora"/>
              <a:sym typeface="Lora"/>
            </a:endParaRPr>
          </a:p>
        </p:txBody>
      </p:sp>
      <p:sp>
        <p:nvSpPr>
          <p:cNvPr id="475" name="Google Shape;475;p18"/>
          <p:cNvSpPr txBox="1"/>
          <p:nvPr/>
        </p:nvSpPr>
        <p:spPr>
          <a:xfrm>
            <a:off x="1584188" y="2707700"/>
            <a:ext cx="1802400" cy="6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latin typeface="Lora"/>
                <a:ea typeface="Lora"/>
                <a:cs typeface="Lora"/>
                <a:sym typeface="Lora"/>
              </a:rPr>
              <a:t>of offices use EHRs in </a:t>
            </a:r>
            <a:r>
              <a:rPr lang="en" sz="1750" b="1">
                <a:solidFill>
                  <a:srgbClr val="418B9A"/>
                </a:solidFill>
                <a:latin typeface="Lora"/>
                <a:ea typeface="Lora"/>
                <a:cs typeface="Lora"/>
                <a:sym typeface="Lora"/>
              </a:rPr>
              <a:t>2009</a:t>
            </a:r>
            <a:endParaRPr sz="1750" b="1">
              <a:solidFill>
                <a:srgbClr val="418B9A"/>
              </a:solidFill>
              <a:latin typeface="Lora"/>
              <a:ea typeface="Lora"/>
              <a:cs typeface="Lora"/>
              <a:sym typeface="Lora"/>
            </a:endParaRPr>
          </a:p>
        </p:txBody>
      </p:sp>
      <p:sp>
        <p:nvSpPr>
          <p:cNvPr id="476" name="Google Shape;476;p18"/>
          <p:cNvSpPr txBox="1"/>
          <p:nvPr/>
        </p:nvSpPr>
        <p:spPr>
          <a:xfrm>
            <a:off x="5822213" y="2707700"/>
            <a:ext cx="1672800" cy="6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latin typeface="Lora"/>
                <a:ea typeface="Lora"/>
                <a:cs typeface="Lora"/>
                <a:sym typeface="Lora"/>
              </a:rPr>
              <a:t>of offices use EHRs in </a:t>
            </a:r>
            <a:r>
              <a:rPr lang="en" sz="1750" b="1">
                <a:solidFill>
                  <a:srgbClr val="418B9A"/>
                </a:solidFill>
                <a:latin typeface="Lora"/>
                <a:ea typeface="Lora"/>
                <a:cs typeface="Lora"/>
                <a:sym typeface="Lora"/>
              </a:rPr>
              <a:t>2021</a:t>
            </a:r>
            <a:endParaRPr sz="1750" b="1">
              <a:solidFill>
                <a:srgbClr val="418B9A"/>
              </a:solidFill>
              <a:latin typeface="Lora"/>
              <a:ea typeface="Lora"/>
              <a:cs typeface="Lora"/>
              <a:sym typeface="Lora"/>
            </a:endParaRPr>
          </a:p>
        </p:txBody>
      </p:sp>
      <p:sp>
        <p:nvSpPr>
          <p:cNvPr id="477" name="Google Shape;477;p18"/>
          <p:cNvSpPr/>
          <p:nvPr/>
        </p:nvSpPr>
        <p:spPr>
          <a:xfrm>
            <a:off x="4107013" y="2456900"/>
            <a:ext cx="930000" cy="398100"/>
          </a:xfrm>
          <a:prstGeom prst="rightArrow">
            <a:avLst>
              <a:gd name="adj1" fmla="val 50000"/>
              <a:gd name="adj2" fmla="val 50000"/>
            </a:avLst>
          </a:prstGeom>
          <a:solidFill>
            <a:srgbClr val="418B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9"/>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Sepsis is an overreaction of the body’s immune system</a:t>
            </a:r>
            <a:endParaRPr/>
          </a:p>
        </p:txBody>
      </p:sp>
      <p:sp>
        <p:nvSpPr>
          <p:cNvPr id="483" name="Google Shape;483;p19"/>
          <p:cNvSpPr txBox="1">
            <a:spLocks noGrp="1"/>
          </p:cNvSpPr>
          <p:nvPr>
            <p:ph type="body" idx="1"/>
          </p:nvPr>
        </p:nvSpPr>
        <p:spPr>
          <a:xfrm>
            <a:off x="908570" y="874275"/>
            <a:ext cx="4539000" cy="2382600"/>
          </a:xfrm>
          <a:prstGeom prst="rect">
            <a:avLst/>
          </a:prstGeom>
        </p:spPr>
        <p:txBody>
          <a:bodyPr spcFirstLastPara="1" wrap="square" lIns="91425" tIns="91425" rIns="91425" bIns="91425" anchor="ctr" anchorCtr="0">
            <a:normAutofit/>
          </a:bodyPr>
          <a:lstStyle/>
          <a:p>
            <a:pPr marL="457200" lvl="0" indent="-323850" algn="l" rtl="0">
              <a:spcBef>
                <a:spcPts val="0"/>
              </a:spcBef>
              <a:spcAft>
                <a:spcPts val="0"/>
              </a:spcAft>
              <a:buSzPts val="1500"/>
              <a:buChar char="●"/>
            </a:pPr>
            <a:r>
              <a:rPr lang="en"/>
              <a:t>Improper bodily response to an infection</a:t>
            </a:r>
            <a:endParaRPr/>
          </a:p>
          <a:p>
            <a:pPr marL="457200" lvl="0" indent="-323850" algn="l" rtl="0">
              <a:spcBef>
                <a:spcPts val="0"/>
              </a:spcBef>
              <a:spcAft>
                <a:spcPts val="0"/>
              </a:spcAft>
              <a:buSzPts val="1500"/>
              <a:buChar char="●"/>
            </a:pPr>
            <a:r>
              <a:rPr lang="en"/>
              <a:t>Can cause organ failure</a:t>
            </a:r>
            <a:endParaRPr/>
          </a:p>
          <a:p>
            <a:pPr marL="457200" lvl="0" indent="-323850" algn="l" rtl="0">
              <a:spcBef>
                <a:spcPts val="0"/>
              </a:spcBef>
              <a:spcAft>
                <a:spcPts val="0"/>
              </a:spcAft>
              <a:buSzPts val="1500"/>
              <a:buChar char="●"/>
            </a:pPr>
            <a:r>
              <a:rPr lang="en"/>
              <a:t>200,000+ cases per year</a:t>
            </a:r>
            <a:endParaRPr/>
          </a:p>
        </p:txBody>
      </p:sp>
      <p:pic>
        <p:nvPicPr>
          <p:cNvPr id="484" name="Google Shape;484;p19"/>
          <p:cNvPicPr preferRelativeResize="0"/>
          <p:nvPr/>
        </p:nvPicPr>
        <p:blipFill>
          <a:blip r:embed="rId3">
            <a:alphaModFix/>
          </a:blip>
          <a:stretch>
            <a:fillRect/>
          </a:stretch>
        </p:blipFill>
        <p:spPr>
          <a:xfrm>
            <a:off x="5092350" y="2124850"/>
            <a:ext cx="3671200" cy="2037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20"/>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Sepsis treatment is extremely time sensitive</a:t>
            </a:r>
            <a:endParaRPr/>
          </a:p>
        </p:txBody>
      </p:sp>
      <p:sp>
        <p:nvSpPr>
          <p:cNvPr id="490" name="Google Shape;490;p20"/>
          <p:cNvSpPr txBox="1">
            <a:spLocks noGrp="1"/>
          </p:cNvSpPr>
          <p:nvPr>
            <p:ph type="body" idx="1"/>
          </p:nvPr>
        </p:nvSpPr>
        <p:spPr>
          <a:xfrm>
            <a:off x="908570" y="1119350"/>
            <a:ext cx="4539000" cy="2382600"/>
          </a:xfrm>
          <a:prstGeom prst="rect">
            <a:avLst/>
          </a:prstGeom>
        </p:spPr>
        <p:txBody>
          <a:bodyPr spcFirstLastPara="1" wrap="square" lIns="91425" tIns="91425" rIns="91425" bIns="91425" anchor="ctr" anchorCtr="0">
            <a:normAutofit/>
          </a:bodyPr>
          <a:lstStyle/>
          <a:p>
            <a:pPr marL="457200" lvl="0" indent="-323850" algn="l" rtl="0">
              <a:spcBef>
                <a:spcPts val="0"/>
              </a:spcBef>
              <a:spcAft>
                <a:spcPts val="0"/>
              </a:spcAft>
              <a:buSzPts val="1500"/>
              <a:buChar char="●"/>
            </a:pPr>
            <a:r>
              <a:rPr lang="en"/>
              <a:t>Must be treated ASAP, via antibiotics</a:t>
            </a:r>
            <a:endParaRPr/>
          </a:p>
          <a:p>
            <a:pPr marL="457200" lvl="0" indent="-323850" algn="l" rtl="0">
              <a:spcBef>
                <a:spcPts val="0"/>
              </a:spcBef>
              <a:spcAft>
                <a:spcPts val="0"/>
              </a:spcAft>
              <a:buSzPts val="1500"/>
              <a:buChar char="●"/>
            </a:pPr>
            <a:r>
              <a:rPr lang="en"/>
              <a:t>Patients can either make a full recovery or could die</a:t>
            </a:r>
            <a:endParaRPr/>
          </a:p>
          <a:p>
            <a:pPr marL="914400" lvl="1" indent="-323850" algn="l" rtl="0">
              <a:spcBef>
                <a:spcPts val="0"/>
              </a:spcBef>
              <a:spcAft>
                <a:spcPts val="0"/>
              </a:spcAft>
              <a:buSzPts val="1500"/>
              <a:buChar char="○"/>
            </a:pPr>
            <a:r>
              <a:rPr lang="en"/>
              <a:t>Thus, implementing a successful program to predict risk of sepsis could save lives</a:t>
            </a:r>
            <a:endParaRPr/>
          </a:p>
        </p:txBody>
      </p:sp>
      <p:pic>
        <p:nvPicPr>
          <p:cNvPr id="491" name="Google Shape;491;p20"/>
          <p:cNvPicPr preferRelativeResize="0"/>
          <p:nvPr/>
        </p:nvPicPr>
        <p:blipFill>
          <a:blip r:embed="rId3">
            <a:alphaModFix/>
          </a:blip>
          <a:stretch>
            <a:fillRect/>
          </a:stretch>
        </p:blipFill>
        <p:spPr>
          <a:xfrm>
            <a:off x="5704900" y="800151"/>
            <a:ext cx="2999702" cy="3543198"/>
          </a:xfrm>
          <a:prstGeom prst="rect">
            <a:avLst/>
          </a:prstGeom>
          <a:noFill/>
          <a:ln>
            <a:noFill/>
          </a:ln>
        </p:spPr>
      </p:pic>
      <p:sp>
        <p:nvSpPr>
          <p:cNvPr id="492" name="Google Shape;492;p20"/>
          <p:cNvSpPr/>
          <p:nvPr/>
        </p:nvSpPr>
        <p:spPr>
          <a:xfrm>
            <a:off x="7400200" y="1706100"/>
            <a:ext cx="1067700" cy="188400"/>
          </a:xfrm>
          <a:prstGeom prst="leftArrow">
            <a:avLst>
              <a:gd name="adj1" fmla="val 50000"/>
              <a:gd name="adj2" fmla="val 50000"/>
            </a:avLst>
          </a:prstGeom>
          <a:solidFill>
            <a:srgbClr val="E28F5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ora"/>
              <a:ea typeface="Lora"/>
              <a:cs typeface="Lora"/>
              <a:sym typeface="Lor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21"/>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Blatant Percentages can lead to Physician Fatigue</a:t>
            </a:r>
            <a:endParaRPr/>
          </a:p>
        </p:txBody>
      </p:sp>
      <p:pic>
        <p:nvPicPr>
          <p:cNvPr id="498" name="Google Shape;498;p21"/>
          <p:cNvPicPr preferRelativeResize="0"/>
          <p:nvPr/>
        </p:nvPicPr>
        <p:blipFill>
          <a:blip r:embed="rId3">
            <a:alphaModFix/>
          </a:blip>
          <a:stretch>
            <a:fillRect/>
          </a:stretch>
        </p:blipFill>
        <p:spPr>
          <a:xfrm>
            <a:off x="2237736" y="1066438"/>
            <a:ext cx="4658075" cy="30106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22"/>
          <p:cNvSpPr txBox="1">
            <a:spLocks noGrp="1"/>
          </p:cNvSpPr>
          <p:nvPr>
            <p:ph type="title"/>
          </p:nvPr>
        </p:nvSpPr>
        <p:spPr>
          <a:xfrm>
            <a:off x="2530188" y="2058275"/>
            <a:ext cx="4088400" cy="125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100"/>
              <a:t>67%</a:t>
            </a:r>
            <a:endParaRPr sz="7100"/>
          </a:p>
        </p:txBody>
      </p:sp>
      <p:sp>
        <p:nvSpPr>
          <p:cNvPr id="504" name="Google Shape;504;p22"/>
          <p:cNvSpPr txBox="1"/>
          <p:nvPr/>
        </p:nvSpPr>
        <p:spPr>
          <a:xfrm>
            <a:off x="150" y="3117475"/>
            <a:ext cx="9144000" cy="59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lt1"/>
                </a:solidFill>
                <a:latin typeface="Lora"/>
                <a:ea typeface="Lora"/>
                <a:cs typeface="Lora"/>
                <a:sym typeface="Lora"/>
              </a:rPr>
              <a:t>of sepsis patients were not categorized as high risk. </a:t>
            </a:r>
            <a:endParaRPr sz="1500" b="1">
              <a:solidFill>
                <a:schemeClr val="lt1"/>
              </a:solidFill>
              <a:latin typeface="Lora"/>
              <a:ea typeface="Lora"/>
              <a:cs typeface="Lora"/>
              <a:sym typeface="Lor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23"/>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EHR trained models don’t generalize between hospitals</a:t>
            </a:r>
            <a:endParaRPr/>
          </a:p>
        </p:txBody>
      </p:sp>
      <p:pic>
        <p:nvPicPr>
          <p:cNvPr id="510" name="Google Shape;510;p23"/>
          <p:cNvPicPr preferRelativeResize="0"/>
          <p:nvPr/>
        </p:nvPicPr>
        <p:blipFill>
          <a:blip r:embed="rId3">
            <a:alphaModFix/>
          </a:blip>
          <a:stretch>
            <a:fillRect/>
          </a:stretch>
        </p:blipFill>
        <p:spPr>
          <a:xfrm>
            <a:off x="949975" y="1215513"/>
            <a:ext cx="4336101" cy="2712475"/>
          </a:xfrm>
          <a:prstGeom prst="rect">
            <a:avLst/>
          </a:prstGeom>
          <a:noFill/>
          <a:ln>
            <a:noFill/>
          </a:ln>
        </p:spPr>
      </p:pic>
      <p:sp>
        <p:nvSpPr>
          <p:cNvPr id="511" name="Google Shape;511;p23"/>
          <p:cNvSpPr txBox="1"/>
          <p:nvPr/>
        </p:nvSpPr>
        <p:spPr>
          <a:xfrm>
            <a:off x="5506675" y="1840750"/>
            <a:ext cx="3060000" cy="1330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900" b="1">
                <a:solidFill>
                  <a:srgbClr val="363737"/>
                </a:solidFill>
                <a:latin typeface="Lora"/>
                <a:ea typeface="Lora"/>
                <a:cs typeface="Lora"/>
                <a:sym typeface="Lora"/>
              </a:rPr>
              <a:t>AUC Data</a:t>
            </a:r>
            <a:endParaRPr sz="1900" b="1">
              <a:solidFill>
                <a:srgbClr val="363737"/>
              </a:solidFill>
              <a:latin typeface="Lora"/>
              <a:ea typeface="Lora"/>
              <a:cs typeface="Lora"/>
              <a:sym typeface="Lora"/>
            </a:endParaRPr>
          </a:p>
          <a:p>
            <a:pPr marL="0" lvl="0" indent="0" algn="ctr" rtl="0">
              <a:spcBef>
                <a:spcPts val="0"/>
              </a:spcBef>
              <a:spcAft>
                <a:spcPts val="0"/>
              </a:spcAft>
              <a:buNone/>
            </a:pPr>
            <a:endParaRPr sz="1900" b="1">
              <a:solidFill>
                <a:srgbClr val="363737"/>
              </a:solidFill>
              <a:latin typeface="Lora"/>
              <a:ea typeface="Lora"/>
              <a:cs typeface="Lora"/>
              <a:sym typeface="Lora"/>
            </a:endParaRPr>
          </a:p>
          <a:p>
            <a:pPr marL="0" lvl="0" indent="0" algn="ctr" rtl="0">
              <a:spcBef>
                <a:spcPts val="0"/>
              </a:spcBef>
              <a:spcAft>
                <a:spcPts val="0"/>
              </a:spcAft>
              <a:buNone/>
            </a:pPr>
            <a:r>
              <a:rPr lang="en" sz="1900" b="1">
                <a:solidFill>
                  <a:srgbClr val="363737"/>
                </a:solidFill>
                <a:latin typeface="Lora"/>
                <a:ea typeface="Lora"/>
                <a:cs typeface="Lora"/>
                <a:sym typeface="Lora"/>
              </a:rPr>
              <a:t>EPIC:</a:t>
            </a:r>
            <a:r>
              <a:rPr lang="en" sz="1900">
                <a:solidFill>
                  <a:srgbClr val="363737"/>
                </a:solidFill>
                <a:latin typeface="Lora"/>
                <a:ea typeface="Lora"/>
                <a:cs typeface="Lora"/>
                <a:sym typeface="Lora"/>
              </a:rPr>
              <a:t> 0.76 - 0.83</a:t>
            </a:r>
            <a:endParaRPr sz="1900">
              <a:solidFill>
                <a:srgbClr val="363737"/>
              </a:solidFill>
              <a:latin typeface="Lora"/>
              <a:ea typeface="Lora"/>
              <a:cs typeface="Lora"/>
              <a:sym typeface="Lora"/>
            </a:endParaRPr>
          </a:p>
          <a:p>
            <a:pPr marL="0" lvl="0" indent="0" algn="ctr" rtl="0">
              <a:spcBef>
                <a:spcPts val="0"/>
              </a:spcBef>
              <a:spcAft>
                <a:spcPts val="0"/>
              </a:spcAft>
              <a:buClr>
                <a:schemeClr val="dk1"/>
              </a:buClr>
              <a:buSzPts val="1100"/>
              <a:buFont typeface="Arial"/>
              <a:buNone/>
            </a:pPr>
            <a:r>
              <a:rPr lang="en" sz="1900" b="1">
                <a:solidFill>
                  <a:srgbClr val="363737"/>
                </a:solidFill>
                <a:latin typeface="Lora"/>
                <a:ea typeface="Lora"/>
                <a:cs typeface="Lora"/>
                <a:sym typeface="Lora"/>
              </a:rPr>
              <a:t>Actual:</a:t>
            </a:r>
            <a:r>
              <a:rPr lang="en" sz="1900">
                <a:solidFill>
                  <a:srgbClr val="363737"/>
                </a:solidFill>
                <a:latin typeface="Lora"/>
                <a:ea typeface="Lora"/>
                <a:cs typeface="Lora"/>
                <a:sym typeface="Lora"/>
              </a:rPr>
              <a:t> 0.6</a:t>
            </a:r>
            <a:endParaRPr sz="1900">
              <a:solidFill>
                <a:srgbClr val="363737"/>
              </a:solidFill>
              <a:latin typeface="Lora"/>
              <a:ea typeface="Lora"/>
              <a:cs typeface="Lora"/>
              <a:sym typeface="Lora"/>
            </a:endParaRPr>
          </a:p>
        </p:txBody>
      </p:sp>
      <p:cxnSp>
        <p:nvCxnSpPr>
          <p:cNvPr id="512" name="Google Shape;512;p23"/>
          <p:cNvCxnSpPr/>
          <p:nvPr/>
        </p:nvCxnSpPr>
        <p:spPr>
          <a:xfrm>
            <a:off x="5503375" y="2360500"/>
            <a:ext cx="30633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24"/>
          <p:cNvSpPr txBox="1">
            <a:spLocks noGrp="1"/>
          </p:cNvSpPr>
          <p:nvPr>
            <p:ph type="title"/>
          </p:nvPr>
        </p:nvSpPr>
        <p:spPr>
          <a:xfrm>
            <a:off x="1068463" y="279075"/>
            <a:ext cx="6996600" cy="59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Medical Informatics @ UCSD</a:t>
            </a:r>
            <a:endParaRPr/>
          </a:p>
        </p:txBody>
      </p:sp>
      <p:sp>
        <p:nvSpPr>
          <p:cNvPr id="518" name="Google Shape;518;p24"/>
          <p:cNvSpPr txBox="1">
            <a:spLocks noGrp="1"/>
          </p:cNvSpPr>
          <p:nvPr>
            <p:ph type="body" idx="1"/>
          </p:nvPr>
        </p:nvSpPr>
        <p:spPr>
          <a:xfrm>
            <a:off x="908563" y="1119350"/>
            <a:ext cx="7316400" cy="2382600"/>
          </a:xfrm>
          <a:prstGeom prst="rect">
            <a:avLst/>
          </a:prstGeom>
        </p:spPr>
        <p:txBody>
          <a:bodyPr spcFirstLastPara="1" wrap="square" lIns="91425" tIns="91425" rIns="91425" bIns="91425" anchor="ctr" anchorCtr="0">
            <a:normAutofit/>
          </a:bodyPr>
          <a:lstStyle/>
          <a:p>
            <a:pPr marL="457200" lvl="0" indent="-323850" algn="l" rtl="0">
              <a:spcBef>
                <a:spcPts val="0"/>
              </a:spcBef>
              <a:spcAft>
                <a:spcPts val="0"/>
              </a:spcAft>
              <a:buSzPts val="1500"/>
              <a:buChar char="●"/>
            </a:pPr>
            <a:r>
              <a:rPr lang="en"/>
              <a:t>Different PhD Programs - BISB / Medical Informatics</a:t>
            </a:r>
            <a:endParaRPr/>
          </a:p>
          <a:p>
            <a:pPr marL="457200" lvl="0" indent="-323850" algn="l" rtl="0">
              <a:spcBef>
                <a:spcPts val="0"/>
              </a:spcBef>
              <a:spcAft>
                <a:spcPts val="0"/>
              </a:spcAft>
              <a:buSzPts val="1500"/>
              <a:buChar char="●"/>
            </a:pPr>
            <a:r>
              <a:rPr lang="en"/>
              <a:t>Sepsis Model was generated at UCSD! (Nemati Lab)</a:t>
            </a:r>
            <a:endParaRPr/>
          </a:p>
          <a:p>
            <a:pPr marL="914400" lvl="1" indent="-323850" algn="l" rtl="0">
              <a:spcBef>
                <a:spcPts val="0"/>
              </a:spcBef>
              <a:spcAft>
                <a:spcPts val="0"/>
              </a:spcAft>
              <a:buSzPts val="1500"/>
              <a:buChar char="○"/>
            </a:pPr>
            <a:r>
              <a:rPr lang="en"/>
              <a:t>Model - </a:t>
            </a:r>
            <a:r>
              <a:rPr lang="en" sz="600" u="sng">
                <a:solidFill>
                  <a:schemeClr val="hlink"/>
                </a:solidFill>
                <a:hlinkClick r:id="rId3"/>
              </a:rPr>
              <a:t>https://health.ucsd.edu/news/press-releases/2024-01-23-study-ai-surveillance-tool-successfully-helps-to-predict-sepsis-saves-lives/</a:t>
            </a:r>
            <a:r>
              <a:rPr lang="en" sz="600"/>
              <a:t> </a:t>
            </a:r>
            <a:endParaRPr sz="600"/>
          </a:p>
          <a:p>
            <a:pPr marL="914400" lvl="1" indent="-323850" algn="l" rtl="0">
              <a:spcBef>
                <a:spcPts val="0"/>
              </a:spcBef>
              <a:spcAft>
                <a:spcPts val="0"/>
              </a:spcAft>
              <a:buSzPts val="1500"/>
              <a:buChar char="○"/>
            </a:pPr>
            <a:r>
              <a:rPr lang="en"/>
              <a:t>Paper - </a:t>
            </a:r>
            <a:r>
              <a:rPr lang="en" sz="600" u="sng">
                <a:solidFill>
                  <a:schemeClr val="hlink"/>
                </a:solidFill>
                <a:hlinkClick r:id="rId4"/>
              </a:rPr>
              <a:t>https://www.nature.com/articles/s41746-023-00986-6</a:t>
            </a:r>
            <a:r>
              <a:rPr lang="en" sz="600"/>
              <a:t> </a:t>
            </a:r>
            <a:endParaRPr sz="600"/>
          </a:p>
          <a:p>
            <a:pPr marL="457200" lvl="0" indent="-323850" algn="l" rtl="0">
              <a:spcBef>
                <a:spcPts val="0"/>
              </a:spcBef>
              <a:spcAft>
                <a:spcPts val="0"/>
              </a:spcAft>
              <a:buSzPts val="1500"/>
              <a:buChar char="●"/>
            </a:pPr>
            <a:r>
              <a:rPr lang="en"/>
              <a:t>Cool projects at UCSD (among many!)</a:t>
            </a:r>
            <a:endParaRPr/>
          </a:p>
          <a:p>
            <a:pPr marL="914400" lvl="1" indent="-323850" algn="l" rtl="0">
              <a:spcBef>
                <a:spcPts val="0"/>
              </a:spcBef>
              <a:spcAft>
                <a:spcPts val="0"/>
              </a:spcAft>
              <a:buSzPts val="1500"/>
              <a:buChar char="○"/>
            </a:pPr>
            <a:r>
              <a:rPr lang="en"/>
              <a:t>iAgree Project - Decentralizing EHR Data Records</a:t>
            </a:r>
            <a:endParaRPr/>
          </a:p>
          <a:p>
            <a:pPr marL="914400" lvl="1" indent="-323850" algn="l" rtl="0">
              <a:spcBef>
                <a:spcPts val="0"/>
              </a:spcBef>
              <a:spcAft>
                <a:spcPts val="0"/>
              </a:spcAft>
              <a:buSzPts val="1500"/>
              <a:buChar char="○"/>
            </a:pPr>
            <a:r>
              <a:rPr lang="en"/>
              <a:t>SureNet - Ensuring patients receive follow-up care as instructed</a:t>
            </a:r>
            <a:endParaRPr/>
          </a:p>
          <a:p>
            <a:pPr marL="457200" lvl="0" indent="-323850" algn="l" rtl="0">
              <a:spcBef>
                <a:spcPts val="0"/>
              </a:spcBef>
              <a:spcAft>
                <a:spcPts val="0"/>
              </a:spcAft>
              <a:buSzPts val="1500"/>
              <a:buChar char="●"/>
            </a:pPr>
            <a:r>
              <a:rPr lang="en"/>
              <a:t>Curtius Lab</a:t>
            </a:r>
            <a:endParaRPr/>
          </a:p>
          <a:p>
            <a:pPr marL="457200" lvl="0" indent="-323850" algn="l" rtl="0">
              <a:spcBef>
                <a:spcPts val="0"/>
              </a:spcBef>
              <a:spcAft>
                <a:spcPts val="0"/>
              </a:spcAft>
              <a:buSzPts val="1500"/>
              <a:buChar char="●"/>
            </a:pPr>
            <a:r>
              <a:rPr lang="en"/>
              <a:t>Check out </a:t>
            </a:r>
            <a:r>
              <a:rPr lang="en" u="sng">
                <a:solidFill>
                  <a:schemeClr val="hlink"/>
                </a:solidFill>
                <a:hlinkClick r:id="rId5"/>
              </a:rPr>
              <a:t>https://dbmi.ucsd.edu</a:t>
            </a:r>
            <a:r>
              <a:rPr lang="en"/>
              <a:t> for more info</a:t>
            </a:r>
            <a:endParaRPr/>
          </a:p>
        </p:txBody>
      </p:sp>
    </p:spTree>
  </p:cSld>
  <p:clrMapOvr>
    <a:masterClrMapping/>
  </p:clrMapOvr>
</p:sld>
</file>

<file path=ppt/theme/theme1.xml><?xml version="1.0" encoding="utf-8"?>
<a:theme xmlns:a="http://schemas.openxmlformats.org/drawingml/2006/main" name="Quince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1046</Words>
  <Application>Microsoft Macintosh PowerPoint</Application>
  <PresentationFormat>On-screen Show (16:9)</PresentationFormat>
  <Paragraphs>109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Lora</vt:lpstr>
      <vt:lpstr>Roboto</vt:lpstr>
      <vt:lpstr>Source Sans Pro</vt:lpstr>
      <vt:lpstr>Arial</vt:lpstr>
      <vt:lpstr>Quince template</vt:lpstr>
      <vt:lpstr>Biomedical Informatics</vt:lpstr>
      <vt:lpstr>What is biomedical informatics?</vt:lpstr>
      <vt:lpstr>Biomedical informatics is made up of various subfields</vt:lpstr>
      <vt:lpstr>Physicians use clinical biomedical informatics as a tool, not a replacement</vt:lpstr>
      <vt:lpstr>Clinical biomedical informatics is becoming more common due to more Electronic Health Record (EHR) data</vt:lpstr>
      <vt:lpstr>Sepsis is an overreaction of the body’s immune system</vt:lpstr>
      <vt:lpstr>Sepsis treatment is extremely time sensitive</vt:lpstr>
      <vt:lpstr>Blatant Percentages can lead to Physician Fatigue</vt:lpstr>
      <vt:lpstr>67%</vt:lpstr>
      <vt:lpstr>EHR trained models don’t generalize between hospitals</vt:lpstr>
      <vt:lpstr>Medical Informatics @ UCSD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Ford, Willard W</cp:lastModifiedBy>
  <cp:revision>1</cp:revision>
  <dcterms:modified xsi:type="dcterms:W3CDTF">2026-02-19T03:44:01Z</dcterms:modified>
</cp:coreProperties>
</file>